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39"/>
  </p:notesMasterIdLst>
  <p:handoutMasterIdLst>
    <p:handoutMasterId r:id="rId40"/>
  </p:handoutMasterIdLst>
  <p:sldIdLst>
    <p:sldId id="346" r:id="rId4"/>
    <p:sldId id="341" r:id="rId5"/>
    <p:sldId id="353" r:id="rId6"/>
    <p:sldId id="358" r:id="rId7"/>
    <p:sldId id="347" r:id="rId8"/>
    <p:sldId id="362" r:id="rId9"/>
    <p:sldId id="365" r:id="rId10"/>
    <p:sldId id="364" r:id="rId11"/>
    <p:sldId id="366" r:id="rId12"/>
    <p:sldId id="384" r:id="rId13"/>
    <p:sldId id="363" r:id="rId14"/>
    <p:sldId id="385" r:id="rId15"/>
    <p:sldId id="349" r:id="rId16"/>
    <p:sldId id="350" r:id="rId17"/>
    <p:sldId id="352" r:id="rId18"/>
    <p:sldId id="357" r:id="rId19"/>
    <p:sldId id="367" r:id="rId20"/>
    <p:sldId id="354" r:id="rId21"/>
    <p:sldId id="375" r:id="rId22"/>
    <p:sldId id="368" r:id="rId23"/>
    <p:sldId id="376" r:id="rId24"/>
    <p:sldId id="381" r:id="rId25"/>
    <p:sldId id="370" r:id="rId26"/>
    <p:sldId id="377" r:id="rId27"/>
    <p:sldId id="380" r:id="rId28"/>
    <p:sldId id="374" r:id="rId29"/>
    <p:sldId id="383" r:id="rId30"/>
    <p:sldId id="382" r:id="rId31"/>
    <p:sldId id="373" r:id="rId32"/>
    <p:sldId id="372" r:id="rId33"/>
    <p:sldId id="356" r:id="rId34"/>
    <p:sldId id="371" r:id="rId35"/>
    <p:sldId id="379" r:id="rId36"/>
    <p:sldId id="359" r:id="rId37"/>
    <p:sldId id="360" r:id="rId38"/>
  </p:sldIdLst>
  <p:sldSz cx="12192000" cy="6858000"/>
  <p:notesSz cx="9144000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4"/>
    <a:srgbClr val="DC0032"/>
    <a:srgbClr val="B9D7EB"/>
    <a:srgbClr val="FF0030"/>
    <a:srgbClr val="495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CD0AC-F548-4B07-9CA1-793633D8A344}" v="348" dt="2024-05-13T23:22:31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6837" autoAdjust="0"/>
  </p:normalViewPr>
  <p:slideViewPr>
    <p:cSldViewPr snapToGrid="0">
      <p:cViewPr varScale="1">
        <p:scale>
          <a:sx n="128" d="100"/>
          <a:sy n="128" d="100"/>
        </p:scale>
        <p:origin x="210" y="12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ki Ariga (有我 洋樹)" userId="d3c75311-34af-4d19-88b3-22fe659add54" providerId="ADAL" clId="{5B33A05A-B096-430B-90FB-61ED30475DCB}"/>
    <pc:docChg chg="custSel modSld">
      <pc:chgData name="Hiroki Ariga (有我 洋樹)" userId="d3c75311-34af-4d19-88b3-22fe659add54" providerId="ADAL" clId="{5B33A05A-B096-430B-90FB-61ED30475DCB}" dt="2024-05-13T23:28:44.843" v="5" actId="113"/>
      <pc:docMkLst>
        <pc:docMk/>
      </pc:docMkLst>
      <pc:sldChg chg="modSp mod">
        <pc:chgData name="Hiroki Ariga (有我 洋樹)" userId="d3c75311-34af-4d19-88b3-22fe659add54" providerId="ADAL" clId="{5B33A05A-B096-430B-90FB-61ED30475DCB}" dt="2024-05-13T23:27:57.902" v="0" actId="552"/>
        <pc:sldMkLst>
          <pc:docMk/>
          <pc:sldMk cId="1010761627" sldId="341"/>
        </pc:sldMkLst>
        <pc:spChg chg="mod">
          <ac:chgData name="Hiroki Ariga (有我 洋樹)" userId="d3c75311-34af-4d19-88b3-22fe659add54" providerId="ADAL" clId="{5B33A05A-B096-430B-90FB-61ED30475DCB}" dt="2024-05-13T23:27:57.902" v="0" actId="552"/>
          <ac:spMkLst>
            <pc:docMk/>
            <pc:sldMk cId="1010761627" sldId="341"/>
            <ac:spMk id="2" creationId="{74B3949C-8111-BD55-2314-8A11DD0548EB}"/>
          </ac:spMkLst>
        </pc:spChg>
        <pc:spChg chg="mod">
          <ac:chgData name="Hiroki Ariga (有我 洋樹)" userId="d3c75311-34af-4d19-88b3-22fe659add54" providerId="ADAL" clId="{5B33A05A-B096-430B-90FB-61ED30475DCB}" dt="2024-05-13T23:27:57.902" v="0" actId="552"/>
          <ac:spMkLst>
            <pc:docMk/>
            <pc:sldMk cId="1010761627" sldId="341"/>
            <ac:spMk id="9" creationId="{1E9F59D6-9F9B-7879-70B9-676D0D267927}"/>
          </ac:spMkLst>
        </pc:spChg>
      </pc:sldChg>
      <pc:sldChg chg="modSp mod">
        <pc:chgData name="Hiroki Ariga (有我 洋樹)" userId="d3c75311-34af-4d19-88b3-22fe659add54" providerId="ADAL" clId="{5B33A05A-B096-430B-90FB-61ED30475DCB}" dt="2024-05-13T23:28:44.843" v="5" actId="113"/>
        <pc:sldMkLst>
          <pc:docMk/>
          <pc:sldMk cId="918135492" sldId="30446"/>
        </pc:sldMkLst>
        <pc:graphicFrameChg chg="modGraphic">
          <ac:chgData name="Hiroki Ariga (有我 洋樹)" userId="d3c75311-34af-4d19-88b3-22fe659add54" providerId="ADAL" clId="{5B33A05A-B096-430B-90FB-61ED30475DCB}" dt="2024-05-13T23:28:44.843" v="5" actId="113"/>
          <ac:graphicFrameMkLst>
            <pc:docMk/>
            <pc:sldMk cId="918135492" sldId="30446"/>
            <ac:graphicFrameMk id="2" creationId="{65F370F5-A7E5-1FCF-77DF-3E2A58705359}"/>
          </ac:graphicFrameMkLst>
        </pc:graphicFrameChg>
      </pc:sldChg>
    </pc:docChg>
  </pc:docChgLst>
  <pc:docChgLst>
    <pc:chgData name="Hiroki Ariga (有我 洋樹)" userId="d3c75311-34af-4d19-88b3-22fe659add54" providerId="ADAL" clId="{59B71EA4-F844-412B-8788-4CD738EC0CB1}"/>
    <pc:docChg chg="delSld modSld">
      <pc:chgData name="Hiroki Ariga (有我 洋樹)" userId="d3c75311-34af-4d19-88b3-22fe659add54" providerId="ADAL" clId="{59B71EA4-F844-412B-8788-4CD738EC0CB1}" dt="2024-05-14T11:48:27.429" v="51" actId="47"/>
      <pc:docMkLst>
        <pc:docMk/>
      </pc:docMkLst>
      <pc:sldChg chg="modSp mod">
        <pc:chgData name="Hiroki Ariga (有我 洋樹)" userId="d3c75311-34af-4d19-88b3-22fe659add54" providerId="ADAL" clId="{59B71EA4-F844-412B-8788-4CD738EC0CB1}" dt="2024-05-14T10:59:40.456" v="50" actId="20577"/>
        <pc:sldMkLst>
          <pc:docMk/>
          <pc:sldMk cId="1519716673" sldId="348"/>
        </pc:sldMkLst>
        <pc:graphicFrameChg chg="modGraphic">
          <ac:chgData name="Hiroki Ariga (有我 洋樹)" userId="d3c75311-34af-4d19-88b3-22fe659add54" providerId="ADAL" clId="{59B71EA4-F844-412B-8788-4CD738EC0CB1}" dt="2024-05-14T10:59:40.456" v="50" actId="20577"/>
          <ac:graphicFrameMkLst>
            <pc:docMk/>
            <pc:sldMk cId="1519716673" sldId="348"/>
            <ac:graphicFrameMk id="5" creationId="{60135428-DAF9-49C4-3C1D-A245071127F4}"/>
          </ac:graphicFrameMkLst>
        </pc:graphicFrameChg>
      </pc:sldChg>
      <pc:sldChg chg="del">
        <pc:chgData name="Hiroki Ariga (有我 洋樹)" userId="d3c75311-34af-4d19-88b3-22fe659add54" providerId="ADAL" clId="{59B71EA4-F844-412B-8788-4CD738EC0CB1}" dt="2024-05-14T11:48:27.429" v="51" actId="47"/>
        <pc:sldMkLst>
          <pc:docMk/>
          <pc:sldMk cId="1881868567" sldId="304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57C62-01BC-43BC-A7DE-82A678879B82}" type="datetimeFigureOut">
              <a:rPr kumimoji="1" lang="ja-JP" altLang="en-US" smtClean="0"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rPr>
              <a:t>2024/11/19</a:t>
            </a:fld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A177F-7374-42BC-B741-4E52A0940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0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fld id="{6FB6BB65-0D3F-4A01-8C7D-E54F3269907F}" type="datetimeFigureOut">
              <a:rPr lang="ja-JP" altLang="en-US" smtClean="0"/>
              <a:pPr/>
              <a:t>2024/11/19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fld id="{E17AF40C-C72E-472F-9864-155490F9B77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4625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Segoe UI" panose="020B0502040204020203" pitchFamily="34" charset="0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Segoe UI" panose="020B0502040204020203" pitchFamily="34" charset="0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Segoe UI" panose="020B0502040204020203" pitchFamily="34" charset="0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Segoe UI" panose="020B0502040204020203" pitchFamily="34" charset="0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Yu Gothic UI" panose="020B0500000000000000" pitchFamily="50" charset="-128"/>
        <a:ea typeface="Yu Gothic UI" panose="020B0500000000000000" pitchFamily="50" charset="-128"/>
        <a:cs typeface="Segoe UI" panose="020B0502040204020203" pitchFamily="34" charset="0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：グラフィック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161" y="616744"/>
            <a:ext cx="2199866" cy="838676"/>
          </a:xfrm>
          <a:prstGeom prst="rect">
            <a:avLst/>
          </a:prstGeom>
        </p:spPr>
      </p:pic>
      <p:sp>
        <p:nvSpPr>
          <p:cNvPr id="22" name="テキスト プレースホルダー 7"/>
          <p:cNvSpPr>
            <a:spLocks noGrp="1"/>
          </p:cNvSpPr>
          <p:nvPr>
            <p:ph type="body" sz="quarter" idx="41" hasCustomPrompt="1"/>
          </p:nvPr>
        </p:nvSpPr>
        <p:spPr>
          <a:xfrm>
            <a:off x="548190" y="1947656"/>
            <a:ext cx="8122844" cy="2306880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6000"/>
              </a:lnSpc>
              <a:spcBef>
                <a:spcPts val="0"/>
              </a:spcBef>
              <a:defRPr sz="3600">
                <a:solidFill>
                  <a:schemeClr val="tx1"/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タイトルを最高３行で入力。　　</a:t>
            </a:r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13" hasCustomPrompt="1"/>
          </p:nvPr>
        </p:nvSpPr>
        <p:spPr>
          <a:xfrm>
            <a:off x="7061087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25" name="図プレースホルダー 12"/>
          <p:cNvSpPr>
            <a:spLocks noGrp="1"/>
          </p:cNvSpPr>
          <p:nvPr>
            <p:ph type="pic" sz="quarter" idx="14" hasCustomPrompt="1"/>
          </p:nvPr>
        </p:nvSpPr>
        <p:spPr>
          <a:xfrm>
            <a:off x="7504703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35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7061087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36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7504703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37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6617471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38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6617471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173855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2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173855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3" name="図プレースホルダー 12"/>
          <p:cNvSpPr>
            <a:spLocks noGrp="1"/>
          </p:cNvSpPr>
          <p:nvPr>
            <p:ph type="pic" sz="quarter" idx="36" hasCustomPrompt="1"/>
          </p:nvPr>
        </p:nvSpPr>
        <p:spPr>
          <a:xfrm>
            <a:off x="5730239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5730239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7" name="図プレースホルダー 12"/>
          <p:cNvSpPr>
            <a:spLocks noGrp="1"/>
          </p:cNvSpPr>
          <p:nvPr>
            <p:ph type="pic" sz="quarter" idx="38" hasCustomPrompt="1"/>
          </p:nvPr>
        </p:nvSpPr>
        <p:spPr>
          <a:xfrm>
            <a:off x="5286623" y="5401152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8" name="図プレースホルダー 12"/>
          <p:cNvSpPr>
            <a:spLocks noGrp="1"/>
          </p:cNvSpPr>
          <p:nvPr>
            <p:ph type="pic" sz="quarter" idx="39" hasCustomPrompt="1"/>
          </p:nvPr>
        </p:nvSpPr>
        <p:spPr>
          <a:xfrm>
            <a:off x="5286623" y="5842954"/>
            <a:ext cx="401583" cy="400050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601" b="1">
                <a:solidFill>
                  <a:schemeClr val="bg1">
                    <a:lumMod val="6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kumimoji="1" lang="en-US" altLang="ja-JP"/>
              <a:t>SDGs</a:t>
            </a:r>
            <a:endParaRPr kumimoji="1" lang="ja-JP" altLang="en-US"/>
          </a:p>
        </p:txBody>
      </p:sp>
      <p:sp>
        <p:nvSpPr>
          <p:cNvPr id="49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543098" y="5315231"/>
            <a:ext cx="4701281" cy="4037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baseline="0">
                <a:solidFill>
                  <a:schemeClr val="tx1"/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発表者名　　</a:t>
            </a:r>
          </a:p>
        </p:txBody>
      </p:sp>
      <p:sp>
        <p:nvSpPr>
          <p:cNvPr id="50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539921" y="5718930"/>
            <a:ext cx="4704669" cy="576752"/>
          </a:xfrm>
          <a:prstGeom prst="rect">
            <a:avLst/>
          </a:prstGeom>
        </p:spPr>
        <p:txBody>
          <a:bodyPr rIns="36000" anchor="b"/>
          <a:lstStyle>
            <a:lvl1pPr algn="l">
              <a:lnSpc>
                <a:spcPts val="900"/>
              </a:lnSpc>
              <a:defRPr sz="1200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部署名を最高２行で記入。</a:t>
            </a:r>
            <a:endParaRPr kumimoji="1" lang="en-US" altLang="ja-JP"/>
          </a:p>
        </p:txBody>
      </p:sp>
      <p:sp>
        <p:nvSpPr>
          <p:cNvPr id="51" name="テキスト プレースホルダー 14"/>
          <p:cNvSpPr>
            <a:spLocks noGrp="1"/>
          </p:cNvSpPr>
          <p:nvPr>
            <p:ph type="body" sz="quarter" idx="40" hasCustomPrompt="1"/>
          </p:nvPr>
        </p:nvSpPr>
        <p:spPr>
          <a:xfrm>
            <a:off x="548189" y="4978703"/>
            <a:ext cx="4695847" cy="349250"/>
          </a:xfrm>
          <a:prstGeom prst="rect">
            <a:avLst/>
          </a:prstGeom>
        </p:spPr>
        <p:txBody>
          <a:bodyPr/>
          <a:lstStyle>
            <a:lvl1pPr>
              <a:defRPr lang="ja-JP" altLang="en-US" sz="1600" dirty="0"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2020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00</a:t>
            </a:r>
            <a:r>
              <a:rPr kumimoji="1" lang="ja-JP" altLang="en-US"/>
              <a:t>日</a:t>
            </a:r>
            <a:endParaRPr kumimoji="1" lang="en-US" altLang="ja-JP"/>
          </a:p>
        </p:txBody>
      </p:sp>
      <p:sp>
        <p:nvSpPr>
          <p:cNvPr id="52" name="テキスト プレースホルダー 7"/>
          <p:cNvSpPr>
            <a:spLocks noGrp="1"/>
          </p:cNvSpPr>
          <p:nvPr>
            <p:ph type="body" sz="quarter" idx="42" hasCustomPrompt="1"/>
          </p:nvPr>
        </p:nvSpPr>
        <p:spPr>
          <a:xfrm>
            <a:off x="4535249" y="6317822"/>
            <a:ext cx="3371038" cy="403701"/>
          </a:xfrm>
          <a:prstGeom prst="rect">
            <a:avLst/>
          </a:prstGeom>
        </p:spPr>
        <p:txBody>
          <a:bodyPr tIns="216000"/>
          <a:lstStyle>
            <a:lvl1pPr algn="r">
              <a:lnSpc>
                <a:spcPct val="100000"/>
              </a:lnSpc>
              <a:defRPr sz="105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SDGs</a:t>
            </a:r>
            <a:r>
              <a:rPr kumimoji="1" lang="ja-JP" altLang="en-US"/>
              <a:t>マークは右下から挿入してください。↑　　</a:t>
            </a:r>
          </a:p>
        </p:txBody>
      </p:sp>
      <p:sp>
        <p:nvSpPr>
          <p:cNvPr id="53" name="テキスト プレースホルダー 7"/>
          <p:cNvSpPr>
            <a:spLocks noGrp="1"/>
          </p:cNvSpPr>
          <p:nvPr>
            <p:ph type="body" sz="quarter" idx="43" hasCustomPrompt="1"/>
          </p:nvPr>
        </p:nvSpPr>
        <p:spPr>
          <a:xfrm>
            <a:off x="4535249" y="6317822"/>
            <a:ext cx="3371038" cy="403701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defRPr sz="105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画像挿入のアイコンがでないときは拡大してください。 ↑　　</a:t>
            </a:r>
          </a:p>
        </p:txBody>
      </p:sp>
      <p:pic>
        <p:nvPicPr>
          <p:cNvPr id="26" name="図 25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343" y="294496"/>
            <a:ext cx="925173" cy="29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5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8" hasCustomPrompt="1"/>
          </p:nvPr>
        </p:nvSpPr>
        <p:spPr>
          <a:xfrm>
            <a:off x="1694924" y="1740611"/>
            <a:ext cx="10497076" cy="4371182"/>
          </a:xfrm>
          <a:prstGeom prst="rect">
            <a:avLst/>
          </a:prstGeom>
        </p:spPr>
        <p:txBody>
          <a:bodyPr rIns="720000" numCol="1" spcCol="504000"/>
          <a:lstStyle>
            <a:lvl1pPr marL="457211" indent="-457211" fontAlgn="b">
              <a:lnSpc>
                <a:spcPct val="114000"/>
              </a:lnSpc>
              <a:buSzPct val="85000"/>
              <a:buFont typeface="+mj-lt"/>
              <a:buAutoNum type="arabicPeriod"/>
              <a:defRPr sz="2500">
                <a:latin typeface="+mn-ea"/>
                <a:ea typeface="+mn-ea"/>
                <a:cs typeface="Segoe UI" panose="020B0502040204020203" pitchFamily="34" charset="0"/>
              </a:defRPr>
            </a:lvl1pPr>
            <a:lvl2pPr marL="800120" indent="-342908" fontAlgn="b">
              <a:lnSpc>
                <a:spcPct val="114000"/>
              </a:lnSpc>
              <a:buSzPct val="85000"/>
              <a:buFont typeface="+mj-lt"/>
              <a:buAutoNum type="arabicPeriod"/>
              <a:defRPr sz="1801">
                <a:latin typeface="+mn-ea"/>
                <a:ea typeface="+mn-ea"/>
                <a:cs typeface="Segoe UI" panose="020B0502040204020203" pitchFamily="34" charset="0"/>
              </a:defRPr>
            </a:lvl2pPr>
            <a:lvl3pPr marL="1257331" indent="-342908" fontAlgn="b">
              <a:lnSpc>
                <a:spcPct val="114000"/>
              </a:lnSpc>
              <a:buSzPct val="85000"/>
              <a:buFont typeface="+mj-lt"/>
              <a:buAutoNum type="arabicPeriod"/>
              <a:defRPr sz="1801">
                <a:latin typeface="+mn-ea"/>
                <a:ea typeface="+mn-ea"/>
                <a:cs typeface="Segoe UI" panose="020B0502040204020203" pitchFamily="34" charset="0"/>
              </a:defRPr>
            </a:lvl3pPr>
            <a:lvl4pPr marL="1714543" indent="-342908" fontAlgn="b">
              <a:lnSpc>
                <a:spcPct val="114000"/>
              </a:lnSpc>
              <a:buSzPct val="85000"/>
              <a:buFont typeface="+mj-lt"/>
              <a:buAutoNum type="arabicPeriod"/>
              <a:defRPr sz="1801">
                <a:latin typeface="+mn-ea"/>
                <a:ea typeface="+mn-ea"/>
                <a:cs typeface="Segoe UI" panose="020B0502040204020203" pitchFamily="34" charset="0"/>
              </a:defRPr>
            </a:lvl4pPr>
            <a:lvl5pPr marL="2171754" indent="-342908" fontAlgn="b">
              <a:lnSpc>
                <a:spcPct val="114000"/>
              </a:lnSpc>
              <a:buSzPct val="85000"/>
              <a:buFont typeface="+mj-lt"/>
              <a:buAutoNum type="arabicPeriod"/>
              <a:defRPr sz="1801">
                <a:latin typeface="+mn-ea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ja-JP" altLang="en-US"/>
              <a:t>タイトル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テキスト プレースホルダー 9"/>
          <p:cNvSpPr>
            <a:spLocks noGrp="1"/>
          </p:cNvSpPr>
          <p:nvPr>
            <p:ph type="body" sz="quarter" idx="12" hasCustomPrompt="1"/>
          </p:nvPr>
        </p:nvSpPr>
        <p:spPr>
          <a:xfrm>
            <a:off x="631955" y="465672"/>
            <a:ext cx="10137646" cy="1171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800">
                <a:solidFill>
                  <a:schemeClr val="bg2"/>
                </a:solidFill>
                <a:latin typeface="Yu Gothic UI Semilight" panose="020B0400000000000000" pitchFamily="50" charset="-128"/>
                <a:ea typeface="Yu Gothic UI Semilight" panose="020B0400000000000000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Agenda(</a:t>
            </a:r>
            <a:r>
              <a:rPr kumimoji="1" lang="ja-JP" altLang="en-US"/>
              <a:t>入力してください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2" y="6243639"/>
            <a:ext cx="12191997" cy="614361"/>
          </a:xfrm>
          <a:prstGeom prst="rect">
            <a:avLst/>
          </a:prstGeom>
          <a:noFill/>
        </p:spPr>
        <p:txBody>
          <a:bodyPr lIns="108000" tIns="324000" rIns="108000" anchor="ctr"/>
          <a:lstStyle>
            <a:lvl1pPr algn="ctr">
              <a:defRPr b="0" spc="300">
                <a:solidFill>
                  <a:schemeClr val="bg2">
                    <a:alpha val="2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r>
              <a:rPr kumimoji="1" lang="ja-JP" altLang="en-US"/>
              <a:t>フッターエリアには文字やコンテンツは載せないでください。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1924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9"/>
          <p:cNvSpPr>
            <a:spLocks noGrp="1"/>
          </p:cNvSpPr>
          <p:nvPr>
            <p:ph type="body" sz="quarter" idx="12" hasCustomPrompt="1"/>
          </p:nvPr>
        </p:nvSpPr>
        <p:spPr>
          <a:xfrm>
            <a:off x="1000039" y="2557428"/>
            <a:ext cx="10496635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1">
                <a:solidFill>
                  <a:schemeClr val="bg2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3" hasCustomPrompt="1"/>
          </p:nvPr>
        </p:nvSpPr>
        <p:spPr>
          <a:xfrm>
            <a:off x="1000040" y="3227437"/>
            <a:ext cx="10496636" cy="609600"/>
          </a:xfrm>
          <a:prstGeom prst="rect">
            <a:avLst/>
          </a:prstGeom>
        </p:spPr>
        <p:txBody>
          <a:bodyPr lIns="108000" rIns="90000"/>
          <a:lstStyle>
            <a:lvl1pPr marL="0" marR="0" indent="0" algn="l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700">
                <a:solidFill>
                  <a:schemeClr val="bg2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サブタイトル</a:t>
            </a:r>
          </a:p>
        </p:txBody>
      </p:sp>
      <p:sp>
        <p:nvSpPr>
          <p:cNvPr id="8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3685033" y="800100"/>
            <a:ext cx="7811642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ja-JP" altLang="en-US"/>
              <a:t>←数字のみを半角で入力。</a:t>
            </a:r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485075" y="278226"/>
            <a:ext cx="3199958" cy="1976765"/>
          </a:xfrm>
          <a:prstGeom prst="rect">
            <a:avLst/>
          </a:prstGeom>
        </p:spPr>
        <p:txBody>
          <a:bodyPr/>
          <a:lstStyle>
            <a:lvl1pPr>
              <a:defRPr sz="15501">
                <a:solidFill>
                  <a:schemeClr val="bg2"/>
                </a:solidFill>
                <a:latin typeface="Yu Gothic UI Semilight" panose="020B0400000000000000" pitchFamily="50" charset="-128"/>
                <a:ea typeface="Yu Gothic UI Semilight" panose="020B0400000000000000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2" y="6243639"/>
            <a:ext cx="12191997" cy="614361"/>
          </a:xfrm>
          <a:prstGeom prst="rect">
            <a:avLst/>
          </a:prstGeom>
          <a:noFill/>
        </p:spPr>
        <p:txBody>
          <a:bodyPr lIns="108000" tIns="324000" rIns="108000" anchor="ctr"/>
          <a:lstStyle>
            <a:lvl1pPr algn="ctr">
              <a:defRPr b="0" spc="300">
                <a:solidFill>
                  <a:schemeClr val="bg2">
                    <a:alpha val="2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r>
              <a:rPr kumimoji="1" lang="ja-JP" altLang="en-US"/>
              <a:t>フッターエリアには文字やコンテンツは載せないでください。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17189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8858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添付資料：扉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 userDrawn="1"/>
        </p:nvSpPr>
        <p:spPr>
          <a:xfrm>
            <a:off x="1305878" y="281159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0">
                <a:solidFill>
                  <a:schemeClr val="bg1"/>
                </a:solidFill>
                <a:latin typeface="+mn-ea"/>
                <a:ea typeface="+mn-ea"/>
                <a:cs typeface="Segoe UI" panose="020B0502040204020203" pitchFamily="34" charset="0"/>
              </a:rPr>
              <a:t>添付資料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7" y="6230014"/>
            <a:ext cx="1040415" cy="592385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 userDrawn="1"/>
        </p:nvSpPr>
        <p:spPr>
          <a:xfrm>
            <a:off x="1305879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rPr>
              <a:t>© DENSO CORPORATION</a:t>
            </a:r>
            <a:r>
              <a:rPr kumimoji="1" lang="en-US" altLang="ja-JP" sz="550" spc="0"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rPr>
              <a:t> All Rights Reserved.</a:t>
            </a:r>
            <a:endParaRPr kumimoji="1" lang="ja-JP" altLang="en-US" sz="550" spc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343" y="296070"/>
            <a:ext cx="920294" cy="29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9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添付資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 userDrawn="1"/>
        </p:nvSpPr>
        <p:spPr>
          <a:xfrm>
            <a:off x="0" y="252409"/>
            <a:ext cx="1293019" cy="418152"/>
          </a:xfrm>
          <a:custGeom>
            <a:avLst/>
            <a:gdLst>
              <a:gd name="connsiteX0" fmla="*/ 0 w 1097756"/>
              <a:gd name="connsiteY0" fmla="*/ 0 h 415770"/>
              <a:gd name="connsiteX1" fmla="*/ 0 w 1097756"/>
              <a:gd name="connsiteY1" fmla="*/ 0 h 415770"/>
              <a:gd name="connsiteX2" fmla="*/ 1097756 w 1097756"/>
              <a:gd name="connsiteY2" fmla="*/ 0 h 415770"/>
              <a:gd name="connsiteX3" fmla="*/ 1097756 w 1097756"/>
              <a:gd name="connsiteY3" fmla="*/ 0 h 415770"/>
              <a:gd name="connsiteX4" fmla="*/ 1097756 w 1097756"/>
              <a:gd name="connsiteY4" fmla="*/ 415770 h 415770"/>
              <a:gd name="connsiteX5" fmla="*/ 1097756 w 1097756"/>
              <a:gd name="connsiteY5" fmla="*/ 415770 h 415770"/>
              <a:gd name="connsiteX6" fmla="*/ 0 w 1097756"/>
              <a:gd name="connsiteY6" fmla="*/ 415770 h 415770"/>
              <a:gd name="connsiteX7" fmla="*/ 0 w 1097756"/>
              <a:gd name="connsiteY7" fmla="*/ 415770 h 415770"/>
              <a:gd name="connsiteX8" fmla="*/ 0 w 1097756"/>
              <a:gd name="connsiteY8" fmla="*/ 0 h 415770"/>
              <a:gd name="connsiteX0" fmla="*/ 0 w 1216819"/>
              <a:gd name="connsiteY0" fmla="*/ 0 h 415770"/>
              <a:gd name="connsiteX1" fmla="*/ 0 w 1216819"/>
              <a:gd name="connsiteY1" fmla="*/ 0 h 415770"/>
              <a:gd name="connsiteX2" fmla="*/ 1097756 w 1216819"/>
              <a:gd name="connsiteY2" fmla="*/ 0 h 415770"/>
              <a:gd name="connsiteX3" fmla="*/ 1216819 w 1216819"/>
              <a:gd name="connsiteY3" fmla="*/ 0 h 415770"/>
              <a:gd name="connsiteX4" fmla="*/ 1097756 w 1216819"/>
              <a:gd name="connsiteY4" fmla="*/ 415770 h 415770"/>
              <a:gd name="connsiteX5" fmla="*/ 1097756 w 1216819"/>
              <a:gd name="connsiteY5" fmla="*/ 415770 h 415770"/>
              <a:gd name="connsiteX6" fmla="*/ 0 w 1216819"/>
              <a:gd name="connsiteY6" fmla="*/ 415770 h 415770"/>
              <a:gd name="connsiteX7" fmla="*/ 0 w 1216819"/>
              <a:gd name="connsiteY7" fmla="*/ 415770 h 415770"/>
              <a:gd name="connsiteX8" fmla="*/ 0 w 1216819"/>
              <a:gd name="connsiteY8" fmla="*/ 0 h 415770"/>
              <a:gd name="connsiteX0" fmla="*/ 0 w 1223579"/>
              <a:gd name="connsiteY0" fmla="*/ 2382 h 418152"/>
              <a:gd name="connsiteX1" fmla="*/ 0 w 1223579"/>
              <a:gd name="connsiteY1" fmla="*/ 2382 h 418152"/>
              <a:gd name="connsiteX2" fmla="*/ 1097756 w 1223579"/>
              <a:gd name="connsiteY2" fmla="*/ 2382 h 418152"/>
              <a:gd name="connsiteX3" fmla="*/ 1223579 w 1223579"/>
              <a:gd name="connsiteY3" fmla="*/ 0 h 418152"/>
              <a:gd name="connsiteX4" fmla="*/ 1097756 w 1223579"/>
              <a:gd name="connsiteY4" fmla="*/ 418152 h 418152"/>
              <a:gd name="connsiteX5" fmla="*/ 1097756 w 1223579"/>
              <a:gd name="connsiteY5" fmla="*/ 418152 h 418152"/>
              <a:gd name="connsiteX6" fmla="*/ 0 w 1223579"/>
              <a:gd name="connsiteY6" fmla="*/ 418152 h 418152"/>
              <a:gd name="connsiteX7" fmla="*/ 0 w 1223579"/>
              <a:gd name="connsiteY7" fmla="*/ 418152 h 418152"/>
              <a:gd name="connsiteX8" fmla="*/ 0 w 1223579"/>
              <a:gd name="connsiteY8" fmla="*/ 2382 h 41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579" h="418152">
                <a:moveTo>
                  <a:pt x="0" y="2382"/>
                </a:moveTo>
                <a:lnTo>
                  <a:pt x="0" y="2382"/>
                </a:lnTo>
                <a:lnTo>
                  <a:pt x="1097756" y="2382"/>
                </a:lnTo>
                <a:lnTo>
                  <a:pt x="1223579" y="0"/>
                </a:lnTo>
                <a:lnTo>
                  <a:pt x="1097756" y="418152"/>
                </a:lnTo>
                <a:lnTo>
                  <a:pt x="1097756" y="418152"/>
                </a:lnTo>
                <a:lnTo>
                  <a:pt x="0" y="418152"/>
                </a:lnTo>
                <a:lnTo>
                  <a:pt x="0" y="418152"/>
                </a:lnTo>
                <a:lnTo>
                  <a:pt x="0" y="23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50144" y="254791"/>
            <a:ext cx="9728201" cy="41577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335062" y="33187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solidFill>
                  <a:schemeClr val="bg1"/>
                </a:solidFill>
                <a:cs typeface="Segoe UI" panose="020B0502040204020203" pitchFamily="34" charset="0"/>
              </a:rPr>
              <a:t>添付資料</a:t>
            </a: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3" y="6243639"/>
            <a:ext cx="12191997" cy="614361"/>
          </a:xfrm>
          <a:prstGeom prst="rect">
            <a:avLst/>
          </a:prstGeom>
          <a:noFill/>
        </p:spPr>
        <p:txBody>
          <a:bodyPr lIns="108000" tIns="324000" rIns="108000" anchor="ctr"/>
          <a:lstStyle>
            <a:lvl1pPr algn="ctr">
              <a:defRPr b="0" spc="300">
                <a:solidFill>
                  <a:schemeClr val="bg2">
                    <a:alpha val="2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r>
              <a:rPr kumimoji="1" lang="ja-JP" altLang="en-US"/>
              <a:t>フッターエリアには文字やコンテンツは載せないでください。</a:t>
            </a:r>
          </a:p>
        </p:txBody>
      </p:sp>
      <p:sp>
        <p:nvSpPr>
          <p:cNvPr id="10" name="コンテンツ プレースホルダー 24"/>
          <p:cNvSpPr>
            <a:spLocks noGrp="1"/>
          </p:cNvSpPr>
          <p:nvPr>
            <p:ph sz="quarter" idx="17" hasCustomPrompt="1"/>
          </p:nvPr>
        </p:nvSpPr>
        <p:spPr>
          <a:xfrm>
            <a:off x="2" y="708845"/>
            <a:ext cx="12191999" cy="5491929"/>
          </a:xfrm>
          <a:prstGeom prst="rect">
            <a:avLst/>
          </a:prstGeom>
          <a:noFill/>
        </p:spPr>
        <p:txBody>
          <a:bodyPr lIns="720000" tIns="54000" rIns="720000" bIns="0" anchor="t" anchorCtr="0"/>
          <a:lstStyle>
            <a:lvl1pPr marL="0" indent="0" algn="l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None/>
              <a:defRPr sz="1801" b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12" indent="0">
              <a:lnSpc>
                <a:spcPct val="135000"/>
              </a:lnSpc>
              <a:spcBef>
                <a:spcPts val="0"/>
              </a:spcBef>
              <a:buNone/>
              <a:defRPr sz="1600">
                <a:latin typeface="+mn-ea"/>
                <a:ea typeface="+mn-ea"/>
                <a:cs typeface="Segoe UI" panose="020B0502040204020203" pitchFamily="34" charset="0"/>
              </a:defRPr>
            </a:lvl2pPr>
            <a:lvl3pPr marL="914423" indent="0">
              <a:lnSpc>
                <a:spcPct val="135000"/>
              </a:lnSpc>
              <a:spcBef>
                <a:spcPts val="0"/>
              </a:spcBef>
              <a:buNone/>
              <a:defRPr sz="1401">
                <a:latin typeface="+mn-ea"/>
                <a:ea typeface="+mn-ea"/>
                <a:cs typeface="Segoe UI" panose="020B0502040204020203" pitchFamily="34" charset="0"/>
              </a:defRPr>
            </a:lvl3pPr>
            <a:lvl4pPr marL="1371635" indent="0">
              <a:lnSpc>
                <a:spcPct val="135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  <a:cs typeface="Segoe UI" panose="020B0502040204020203" pitchFamily="34" charset="0"/>
              </a:defRPr>
            </a:lvl4pPr>
          </a:lstStyle>
          <a:p>
            <a:pPr lvl="0"/>
            <a:r>
              <a:rPr kumimoji="1" lang="ja-JP" altLang="en-US"/>
              <a:t>本文を入力してください。</a:t>
            </a:r>
            <a:endParaRPr kumimoji="1" lang="en-US" altLang="ja-JP"/>
          </a:p>
          <a:p>
            <a:pPr lvl="1"/>
            <a:r>
              <a:rPr kumimoji="1" lang="ja-JP" altLang="en-US"/>
              <a:t>第２レベル</a:t>
            </a:r>
            <a:endParaRPr kumimoji="1" lang="en-US" altLang="ja-JP"/>
          </a:p>
          <a:p>
            <a:pPr lvl="2"/>
            <a:r>
              <a:rPr kumimoji="1" lang="ja-JP" altLang="en-US"/>
              <a:t>第３レベル</a:t>
            </a:r>
            <a:endParaRPr kumimoji="1" lang="en-US" altLang="ja-JP"/>
          </a:p>
          <a:p>
            <a:pPr lvl="3"/>
            <a:r>
              <a:rPr kumimoji="1" lang="ja-JP" altLang="en-US"/>
              <a:t>第４レベル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30811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ロ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3850" y="2730815"/>
            <a:ext cx="3908110" cy="148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7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 userDrawn="1"/>
        </p:nvSpPr>
        <p:spPr>
          <a:xfrm>
            <a:off x="1305879" y="6525605"/>
            <a:ext cx="162416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50" spc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© DENSO CORPORATION</a:t>
            </a:r>
            <a:r>
              <a:rPr kumimoji="1" lang="en-US" altLang="ja-JP" sz="550" spc="0" baseline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 All Rights Reserved.</a:t>
            </a:r>
            <a:endParaRPr kumimoji="1" lang="ja-JP" altLang="en-US" sz="550" spc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76239" y="6405189"/>
            <a:ext cx="680058" cy="259265"/>
          </a:xfrm>
          <a:prstGeom prst="rect">
            <a:avLst/>
          </a:prstGeom>
        </p:spPr>
      </p:pic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0" y="254791"/>
            <a:ext cx="10806252" cy="415770"/>
          </a:xfrm>
          <a:prstGeom prst="rect">
            <a:avLst/>
          </a:prstGeom>
        </p:spPr>
        <p:txBody>
          <a:bodyPr vert="horz" lIns="396000" tIns="45720" rIns="91440" bIns="4572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789" y="105569"/>
            <a:ext cx="925173" cy="29844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4FBB1A-23E6-DDF1-AE2C-263FFEB50C4E}"/>
              </a:ext>
            </a:extLst>
          </p:cNvPr>
          <p:cNvSpPr txBox="1"/>
          <p:nvPr userDrawn="1"/>
        </p:nvSpPr>
        <p:spPr>
          <a:xfrm>
            <a:off x="11155156" y="6336151"/>
            <a:ext cx="651369" cy="318924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r">
              <a:lnSpc>
                <a:spcPct val="100000"/>
              </a:lnSpc>
            </a:pPr>
            <a:fld id="{A4345066-4952-40C1-BC8B-CE2851EC3EF2}" type="slidenum">
              <a:rPr lang="ja-JP" altLang="en-US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Yu Gothic UI Light" panose="020B0300000000000000" pitchFamily="50" charset="-128"/>
                <a:cs typeface="Arial" panose="020B0604020202020204" pitchFamily="34" charset="0"/>
              </a:rPr>
              <a:pPr algn="r">
                <a:lnSpc>
                  <a:spcPct val="100000"/>
                </a:lnSpc>
              </a:pPr>
              <a:t>‹#›</a:t>
            </a:fld>
            <a:endParaRPr kumimoji="1" lang="ja-JP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9B30E7-5188-F363-319D-6539247C5804}"/>
              </a:ext>
            </a:extLst>
          </p:cNvPr>
          <p:cNvSpPr txBox="1"/>
          <p:nvPr userDrawn="1"/>
        </p:nvSpPr>
        <p:spPr>
          <a:xfrm>
            <a:off x="11656139" y="6417500"/>
            <a:ext cx="356188" cy="25736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ja-JP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Yu Gothic UI Light" panose="020B0300000000000000" pitchFamily="50" charset="-128"/>
                <a:cs typeface="Arial" panose="020B0604020202020204" pitchFamily="34" charset="0"/>
              </a:rPr>
              <a:t>/ 7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2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15" r:id="rId3"/>
    <p:sldLayoutId id="2147483718" r:id="rId4"/>
    <p:sldLayoutId id="2147483742" r:id="rId5"/>
    <p:sldLayoutId id="2147483743" r:id="rId6"/>
    <p:sldLayoutId id="2147483736" r:id="rId7"/>
  </p:sldLayoutIdLst>
  <p:hf hd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kumimoji="1" sz="2650" b="0" kern="1200">
          <a:solidFill>
            <a:schemeClr val="tx1"/>
          </a:solidFill>
          <a:latin typeface="+mj-ea"/>
          <a:ea typeface="+mj-ea"/>
          <a:cs typeface="Segoe UI" panose="020B0502040204020203" pitchFamily="34" charset="0"/>
        </a:defRPr>
      </a:lvl1pPr>
    </p:titleStyle>
    <p:bodyStyle>
      <a:lvl1pPr marL="0" indent="0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4320" userDrawn="1">
          <p15:clr>
            <a:srgbClr val="F26B43"/>
          </p15:clr>
        </p15:guide>
        <p15:guide id="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xp.com/docs/en/user-guide/UM10204.pdf" TargetMode="External"/><Relationship Id="rId2" Type="http://schemas.openxmlformats.org/officeDocument/2006/relationships/hyperlink" Target="https://www.techta.jp/i2c%E3%81%A7%E5%BE%A9%E5%B8%B0%E4%B8%8D%E8%83%BD%E3%81%AB%E3%81%AA%E3%82%8B%E5%A0%B4%E5%90%88%E3%81%AE%E5%AF%BE%E7%AD%96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.jp/i2c%E3%81%A7%E5%BE%A9%E5%B8%B0%E4%B8%8D%E8%83%BD%E3%81%AB%E3%81%AA%E3%82%8B%E5%A0%B4%E5%90%88%E3%81%AE%E5%AF%BE%E7%AD%96/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55D875-0B75-792A-EE5A-EC22FCB728D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altLang="ja-JP" dirty="0"/>
              <a:t>General Purpose I2C</a:t>
            </a:r>
            <a:r>
              <a:rPr lang="ja-JP" altLang="en-US" dirty="0"/>
              <a:t> </a:t>
            </a:r>
            <a:endParaRPr lang="en-US" altLang="ja-JP" dirty="0"/>
          </a:p>
          <a:p>
            <a:r>
              <a:rPr lang="en-US" altLang="ja-JP" dirty="0"/>
              <a:t>         Master Driver Design</a:t>
            </a:r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9C1F08-6D16-C98C-4383-11F4661169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954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 Communication Basics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8A0D2E-EFB1-79ED-5D34-E581EDD68198}"/>
              </a:ext>
            </a:extLst>
          </p:cNvPr>
          <p:cNvSpPr txBox="1"/>
          <p:nvPr/>
        </p:nvSpPr>
        <p:spPr>
          <a:xfrm>
            <a:off x="729348" y="4544762"/>
            <a:ext cx="4957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Web</a:t>
            </a:r>
            <a:r>
              <a:rPr lang="ja-JP" altLang="en-US" b="0" i="0" dirty="0">
                <a:effectLst/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  <a:hlinkClick r:id="rId2"/>
              </a:rPr>
              <a:t>記事 </a:t>
            </a:r>
            <a:r>
              <a:rPr lang="en-US" altLang="ja-JP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: I2C</a:t>
            </a:r>
            <a:r>
              <a:rPr lang="ja-JP" altLang="en-US" b="0" i="0" dirty="0">
                <a:effectLst/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  <a:hlinkClick r:id="rId2"/>
              </a:rPr>
              <a:t>で復帰不能になる場合の対策</a:t>
            </a:r>
            <a:endParaRPr lang="ja-JP" altLang="en-US" b="0" i="0" dirty="0">
              <a:effectLst/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AFA2D3-8CE3-E68D-E912-655CC90FCEFF}"/>
              </a:ext>
            </a:extLst>
          </p:cNvPr>
          <p:cNvSpPr txBox="1"/>
          <p:nvPr/>
        </p:nvSpPr>
        <p:spPr>
          <a:xfrm>
            <a:off x="729348" y="4129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b="1" i="0" u="none" strike="noStrike" dirty="0">
                <a:solidFill>
                  <a:srgbClr val="3ECAFB"/>
                </a:solidFill>
                <a:effectLst/>
                <a:latin typeface="Poppins" panose="020B0502040204020203" pitchFamily="2" charset="0"/>
                <a:hlinkClick r:id="rId3"/>
              </a:rPr>
              <a:t>NXP : I2C-bus specification and user manual</a:t>
            </a:r>
            <a:r>
              <a:rPr lang="en-US" altLang="ja-JP" b="1" i="0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83F71E-201A-6834-B49A-35683AAEA76A}"/>
              </a:ext>
            </a:extLst>
          </p:cNvPr>
          <p:cNvSpPr txBox="1"/>
          <p:nvPr/>
        </p:nvSpPr>
        <p:spPr>
          <a:xfrm>
            <a:off x="729348" y="999844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200" b="0" i="0" u="none" strike="noStrike" baseline="0" dirty="0">
                <a:latin typeface="Arial" panose="020B0604020202020204" pitchFamily="34" charset="0"/>
              </a:rPr>
              <a:t>RH850/U2A-EVA Group</a:t>
            </a:r>
          </a:p>
          <a:p>
            <a:pPr algn="l"/>
            <a:r>
              <a:rPr lang="en-US" altLang="ja-JP" sz="1800" b="0" i="0" u="none" strike="noStrike" baseline="0" dirty="0">
                <a:latin typeface="Arial" panose="020B0604020202020204" pitchFamily="34" charset="0"/>
              </a:rPr>
              <a:t>User’s Manual: Hardware</a:t>
            </a:r>
          </a:p>
          <a:p>
            <a:pPr algn="l"/>
            <a:r>
              <a:rPr lang="en-US" altLang="ja-JP" sz="1800" b="0" i="0" u="none" strike="noStrike" baseline="0" dirty="0">
                <a:latin typeface="Arial" panose="020B0604020202020204" pitchFamily="34" charset="0"/>
              </a:rPr>
              <a:t>Renesas microcontroller</a:t>
            </a:r>
          </a:p>
          <a:p>
            <a:pPr algn="l"/>
            <a:r>
              <a:rPr lang="en-US" altLang="ja-JP" sz="1800" b="0" i="0" u="none" strike="noStrike" baseline="0" dirty="0">
                <a:latin typeface="Arial" panose="020B0604020202020204" pitchFamily="34" charset="0"/>
              </a:rPr>
              <a:t>RH850 Family</a:t>
            </a:r>
          </a:p>
          <a:p>
            <a:pPr algn="l"/>
            <a:r>
              <a:rPr lang="en-US" altLang="ja-JP" sz="1800" b="0" i="0" u="none" strike="noStrike" baseline="0" dirty="0">
                <a:solidFill>
                  <a:srgbClr val="4D4D4D"/>
                </a:solidFill>
                <a:latin typeface="Arial" panose="020B0604020202020204" pitchFamily="34" charset="0"/>
              </a:rPr>
              <a:t>Rev.1.40 Aug. 2023</a:t>
            </a:r>
          </a:p>
          <a:p>
            <a:pPr algn="l"/>
            <a:r>
              <a:rPr lang="en-US" altLang="ja-JP" sz="1800" b="1" i="0" u="none" strike="noStrike" baseline="0" dirty="0">
                <a:latin typeface="Arial" panose="020B0604020202020204" pitchFamily="34" charset="0"/>
              </a:rPr>
              <a:t>Section 2 Pin Functions</a:t>
            </a:r>
          </a:p>
          <a:p>
            <a:pPr algn="l"/>
            <a:r>
              <a:rPr lang="en-US" altLang="ja-JP" sz="1800" b="1" i="0" u="none" strike="noStrike" baseline="0" dirty="0">
                <a:latin typeface="Arial" panose="020B0604020202020204" pitchFamily="34" charset="0"/>
              </a:rPr>
              <a:t>Section 6 Interrupts</a:t>
            </a:r>
          </a:p>
          <a:p>
            <a:pPr algn="l"/>
            <a:r>
              <a:rPr lang="en-US" altLang="ja-JP" sz="1800" b="1" i="0" u="none" strike="noStrike" baseline="0" dirty="0">
                <a:latin typeface="Arial" panose="020B0604020202020204" pitchFamily="34" charset="0"/>
              </a:rPr>
              <a:t>Section 22 I2C Bus Interface (RIIC)</a:t>
            </a:r>
          </a:p>
          <a:p>
            <a:pPr algn="l"/>
            <a:r>
              <a:rPr lang="en-US" altLang="ja-JP" sz="1800" b="1" i="0" u="none" strike="noStrike" baseline="0" dirty="0">
                <a:latin typeface="Arial" panose="020B0604020202020204" pitchFamily="34" charset="0"/>
              </a:rPr>
              <a:t>Section 90 Long-Term System Counter (LTSC)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076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Assumption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10315CDE-4BFD-0C1A-0826-F0946583F828}"/>
              </a:ext>
            </a:extLst>
          </p:cNvPr>
          <p:cNvGrpSpPr/>
          <p:nvPr/>
        </p:nvGrpSpPr>
        <p:grpSpPr>
          <a:xfrm>
            <a:off x="1905026" y="869491"/>
            <a:ext cx="8581341" cy="5076263"/>
            <a:chOff x="1722143" y="1104624"/>
            <a:chExt cx="8581341" cy="5076263"/>
          </a:xfrm>
        </p:grpSpPr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04280E10-8C9F-370E-D09F-99F3F876DD24}"/>
                </a:ext>
              </a:extLst>
            </p:cNvPr>
            <p:cNvGrpSpPr/>
            <p:nvPr/>
          </p:nvGrpSpPr>
          <p:grpSpPr>
            <a:xfrm>
              <a:off x="1722143" y="1104624"/>
              <a:ext cx="8581341" cy="5076263"/>
              <a:chOff x="1722143" y="1583603"/>
              <a:chExt cx="8581341" cy="5076263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A04AC2C8-841D-C960-F578-5B0A101AC3A7}"/>
                  </a:ext>
                </a:extLst>
              </p:cNvPr>
              <p:cNvSpPr/>
              <p:nvPr/>
            </p:nvSpPr>
            <p:spPr>
              <a:xfrm>
                <a:off x="1722143" y="1799867"/>
                <a:ext cx="3215617" cy="321561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13EF0B99-CBC1-8139-F747-6795396E085D}"/>
                  </a:ext>
                </a:extLst>
              </p:cNvPr>
              <p:cNvGrpSpPr/>
              <p:nvPr/>
            </p:nvGrpSpPr>
            <p:grpSpPr>
              <a:xfrm>
                <a:off x="4416336" y="2573274"/>
                <a:ext cx="5760936" cy="510540"/>
                <a:chOff x="3037116" y="2232660"/>
                <a:chExt cx="4732020" cy="510540"/>
              </a:xfrm>
              <a:solidFill>
                <a:schemeClr val="tx1"/>
              </a:solidFill>
            </p:grpSpPr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59CCA742-8E7A-CCA6-FDBE-F5B925DC58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7116" y="2232660"/>
                  <a:ext cx="4732020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コネクタ 15">
                  <a:extLst>
                    <a:ext uri="{FF2B5EF4-FFF2-40B4-BE49-F238E27FC236}">
                      <a16:creationId xmlns:a16="http://schemas.microsoft.com/office/drawing/2014/main" id="{703F7527-C7A7-CD6B-D3B1-FFE044FF91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7116" y="2743200"/>
                  <a:ext cx="4732020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35C43E0-515B-4B5B-E5AB-AF69C7B0CFE8}"/>
                  </a:ext>
                </a:extLst>
              </p:cNvPr>
              <p:cNvSpPr txBox="1"/>
              <p:nvPr/>
            </p:nvSpPr>
            <p:spPr>
              <a:xfrm>
                <a:off x="9259608" y="2301276"/>
                <a:ext cx="1043876" cy="271998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kumimoji="1" lang="en-US" altLang="ja-JP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SCL#[</a:t>
                </a:r>
                <a:r>
                  <a:rPr kumimoji="1" lang="en-US" altLang="ja-JP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endParaRPr kumimoji="1" lang="ja-JP" alt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6657C8E-592A-2850-D702-9F1021A151C7}"/>
                  </a:ext>
                </a:extLst>
              </p:cNvPr>
              <p:cNvSpPr txBox="1"/>
              <p:nvPr/>
            </p:nvSpPr>
            <p:spPr>
              <a:xfrm>
                <a:off x="9259608" y="2822413"/>
                <a:ext cx="1043876" cy="271998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kumimoji="1" lang="en-US" altLang="ja-JP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SDA#[</a:t>
                </a:r>
                <a:r>
                  <a:rPr kumimoji="1" lang="en-US" altLang="ja-JP" sz="14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endParaRPr kumimoji="1" lang="ja-JP" alt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7D95B45-8D27-35EA-09A3-5B10E8A8575F}"/>
                  </a:ext>
                </a:extLst>
              </p:cNvPr>
              <p:cNvSpPr txBox="1"/>
              <p:nvPr/>
            </p:nvSpPr>
            <p:spPr>
              <a:xfrm>
                <a:off x="1767861" y="1945696"/>
                <a:ext cx="15468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RH850/U2A</a:t>
                </a:r>
              </a:p>
              <a:p>
                <a:pPr algn="ctr"/>
                <a:r>
                  <a:rPr kumimoji="1" lang="en-US" altLang="ja-JP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I2C Master</a:t>
                </a:r>
                <a:endParaRPr kumimoji="1" lang="ja-JP" altLang="en-US" sz="1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6AFD570C-6235-0FE3-966E-753CB8125040}"/>
                  </a:ext>
                </a:extLst>
              </p:cNvPr>
              <p:cNvSpPr/>
              <p:nvPr/>
            </p:nvSpPr>
            <p:spPr>
              <a:xfrm>
                <a:off x="3665220" y="2205193"/>
                <a:ext cx="1234440" cy="12344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I2C Controller</a:t>
                </a:r>
              </a:p>
              <a:p>
                <a:pPr algn="ctr"/>
                <a:r>
                  <a:rPr kumimoji="1"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“RIIC”</a:t>
                </a:r>
              </a:p>
              <a:p>
                <a:pPr algn="ctr"/>
                <a:r>
                  <a:rPr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Channel [</a:t>
                </a:r>
                <a:r>
                  <a:rPr lang="en-US" altLang="ja-JP" sz="1400" dirty="0" err="1">
                    <a:latin typeface="Tahoma" panose="020B0604030504040204" pitchFamily="34" charset="0"/>
                    <a:cs typeface="Tahoma" panose="020B0604030504040204" pitchFamily="34" charset="0"/>
                  </a:rPr>
                  <a:t>ch</a:t>
                </a:r>
                <a:r>
                  <a:rPr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]</a:t>
                </a:r>
                <a:endParaRPr kumimoji="1" lang="en-US" altLang="ja-JP" sz="14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419CB548-6F57-9840-521B-4AD4D69775EB}"/>
                  </a:ext>
                </a:extLst>
              </p:cNvPr>
              <p:cNvGrpSpPr/>
              <p:nvPr/>
            </p:nvGrpSpPr>
            <p:grpSpPr>
              <a:xfrm>
                <a:off x="5410200" y="2573274"/>
                <a:ext cx="1234440" cy="2442210"/>
                <a:chOff x="5227320" y="2289810"/>
                <a:chExt cx="1234440" cy="2442210"/>
              </a:xfrm>
            </p:grpSpPr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589EC3D9-F9BA-8C96-390F-B5B046BC6312}"/>
                    </a:ext>
                  </a:extLst>
                </p:cNvPr>
                <p:cNvSpPr/>
                <p:nvPr/>
              </p:nvSpPr>
              <p:spPr>
                <a:xfrm>
                  <a:off x="5227320" y="3497580"/>
                  <a:ext cx="1234440" cy="12344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4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I2C Slave[M]</a:t>
                  </a:r>
                  <a:endParaRPr kumimoji="1" lang="ja-JP" altLang="en-US" sz="14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37" name="グループ化 36">
                  <a:extLst>
                    <a:ext uri="{FF2B5EF4-FFF2-40B4-BE49-F238E27FC236}">
                      <a16:creationId xmlns:a16="http://schemas.microsoft.com/office/drawing/2014/main" id="{36358EBB-8578-A9D4-0C02-7010E3D418A8}"/>
                    </a:ext>
                  </a:extLst>
                </p:cNvPr>
                <p:cNvGrpSpPr/>
                <p:nvPr/>
              </p:nvGrpSpPr>
              <p:grpSpPr>
                <a:xfrm>
                  <a:off x="5521452" y="2289810"/>
                  <a:ext cx="646176" cy="1207770"/>
                  <a:chOff x="5516880" y="2289810"/>
                  <a:chExt cx="646176" cy="1207770"/>
                </a:xfrm>
              </p:grpSpPr>
              <p:cxnSp>
                <p:nvCxnSpPr>
                  <p:cNvPr id="29" name="直線コネクタ 28">
                    <a:extLst>
                      <a:ext uri="{FF2B5EF4-FFF2-40B4-BE49-F238E27FC236}">
                        <a16:creationId xmlns:a16="http://schemas.microsoft.com/office/drawing/2014/main" id="{961BFDAA-4D50-0ECA-291F-8CB70C8B37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6880" y="2289810"/>
                    <a:ext cx="0" cy="120777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線コネクタ 30">
                    <a:extLst>
                      <a:ext uri="{FF2B5EF4-FFF2-40B4-BE49-F238E27FC236}">
                        <a16:creationId xmlns:a16="http://schemas.microsoft.com/office/drawing/2014/main" id="{AABD0FEE-1F21-D581-04F2-F4A74A653C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63056" y="2800350"/>
                    <a:ext cx="0" cy="69723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9" name="グループ化 38">
                <a:extLst>
                  <a:ext uri="{FF2B5EF4-FFF2-40B4-BE49-F238E27FC236}">
                    <a16:creationId xmlns:a16="http://schemas.microsoft.com/office/drawing/2014/main" id="{8AAEA978-9C09-CC75-99F7-A81AD123AEE8}"/>
                  </a:ext>
                </a:extLst>
              </p:cNvPr>
              <p:cNvGrpSpPr/>
              <p:nvPr/>
            </p:nvGrpSpPr>
            <p:grpSpPr>
              <a:xfrm>
                <a:off x="6996684" y="2573274"/>
                <a:ext cx="1234440" cy="2442210"/>
                <a:chOff x="5227320" y="2289810"/>
                <a:chExt cx="1234440" cy="2442210"/>
              </a:xfrm>
            </p:grpSpPr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19D52BE-2222-6650-9700-90091A203D63}"/>
                    </a:ext>
                  </a:extLst>
                </p:cNvPr>
                <p:cNvSpPr/>
                <p:nvPr/>
              </p:nvSpPr>
              <p:spPr>
                <a:xfrm>
                  <a:off x="5227320" y="3497580"/>
                  <a:ext cx="1234440" cy="12344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4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I2C Slave[N]</a:t>
                  </a:r>
                  <a:endParaRPr kumimoji="1" lang="ja-JP" altLang="en-US" sz="14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17E2D50B-0FAD-B275-2515-B8D7CD516900}"/>
                    </a:ext>
                  </a:extLst>
                </p:cNvPr>
                <p:cNvGrpSpPr/>
                <p:nvPr/>
              </p:nvGrpSpPr>
              <p:grpSpPr>
                <a:xfrm>
                  <a:off x="5521452" y="2289810"/>
                  <a:ext cx="646176" cy="1207770"/>
                  <a:chOff x="5516880" y="2289810"/>
                  <a:chExt cx="646176" cy="1207770"/>
                </a:xfrm>
              </p:grpSpPr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190F40F1-8994-40E5-4439-84C4749A88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6880" y="2289810"/>
                    <a:ext cx="0" cy="120777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B1F77A4E-4C61-E47C-7722-AE066B9E7F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63056" y="2800350"/>
                    <a:ext cx="0" cy="69723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F9FCC18F-9315-BFDA-0926-79A991FD58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4244" y="1854730"/>
                <a:ext cx="0" cy="1229084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コネクタ 49">
                <a:extLst>
                  <a:ext uri="{FF2B5EF4-FFF2-40B4-BE49-F238E27FC236}">
                    <a16:creationId xmlns:a16="http://schemas.microsoft.com/office/drawing/2014/main" id="{4DF8393D-C3CD-4AE3-1E15-D4B0D53AD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705" y="1854730"/>
                <a:ext cx="0" cy="718544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29687B09-F288-B4C3-08FA-64031BEC8E3E}"/>
                  </a:ext>
                </a:extLst>
              </p:cNvPr>
              <p:cNvSpPr/>
              <p:nvPr/>
            </p:nvSpPr>
            <p:spPr>
              <a:xfrm>
                <a:off x="8639125" y="2029278"/>
                <a:ext cx="137160" cy="27199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2404EA07-5970-E5F2-9CC3-266E327A414A}"/>
                  </a:ext>
                </a:extLst>
              </p:cNvPr>
              <p:cNvSpPr/>
              <p:nvPr/>
            </p:nvSpPr>
            <p:spPr>
              <a:xfrm>
                <a:off x="8954808" y="2035446"/>
                <a:ext cx="137160" cy="27199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4EFE9CE1-2270-C031-283A-CCADB49F68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854731"/>
                <a:ext cx="2995968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602910FB-8409-79D9-B0DE-1DEAB7309C86}"/>
                  </a:ext>
                </a:extLst>
              </p:cNvPr>
              <p:cNvSpPr txBox="1"/>
              <p:nvPr/>
            </p:nvSpPr>
            <p:spPr>
              <a:xfrm>
                <a:off x="7724254" y="1583603"/>
                <a:ext cx="1258678" cy="271998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kumimoji="1" lang="en-US" altLang="ja-JP" sz="14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VDD</a:t>
                </a:r>
                <a:r>
                  <a:rPr lang="ja-JP" alt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altLang="ja-JP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</a:t>
                </a:r>
                <a:r>
                  <a:rPr lang="ja-JP" alt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altLang="ja-JP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VIO</a:t>
                </a:r>
                <a:endParaRPr kumimoji="1" lang="ja-JP" alt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" name="直線コネクタ 7">
                <a:extLst>
                  <a:ext uri="{FF2B5EF4-FFF2-40B4-BE49-F238E27FC236}">
                    <a16:creationId xmlns:a16="http://schemas.microsoft.com/office/drawing/2014/main" id="{2D3A66F8-0DF7-28F2-2518-2253A3604E26}"/>
                  </a:ext>
                </a:extLst>
              </p:cNvPr>
              <p:cNvCxnSpPr/>
              <p:nvPr/>
            </p:nvCxnSpPr>
            <p:spPr>
              <a:xfrm>
                <a:off x="6760564" y="1854730"/>
                <a:ext cx="0" cy="3444293"/>
              </a:xfrm>
              <a:prstGeom prst="line">
                <a:avLst/>
              </a:prstGeom>
              <a:ln>
                <a:solidFill>
                  <a:schemeClr val="bg2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3E881B6C-834E-1285-9A4B-DD42416E0FB9}"/>
                  </a:ext>
                </a:extLst>
              </p:cNvPr>
              <p:cNvCxnSpPr/>
              <p:nvPr/>
            </p:nvCxnSpPr>
            <p:spPr>
              <a:xfrm>
                <a:off x="8323751" y="1868629"/>
                <a:ext cx="0" cy="3444293"/>
              </a:xfrm>
              <a:prstGeom prst="line">
                <a:avLst/>
              </a:prstGeom>
              <a:ln>
                <a:solidFill>
                  <a:schemeClr val="bg2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コネクタ: カギ線 13">
                <a:extLst>
                  <a:ext uri="{FF2B5EF4-FFF2-40B4-BE49-F238E27FC236}">
                    <a16:creationId xmlns:a16="http://schemas.microsoft.com/office/drawing/2014/main" id="{048957F2-52C5-6585-522F-6E6CED17A0B3}"/>
                  </a:ext>
                </a:extLst>
              </p:cNvPr>
              <p:cNvCxnSpPr>
                <a:cxnSpLocks/>
                <a:stCxn id="10" idx="2"/>
                <a:endCxn id="22" idx="2"/>
              </p:cNvCxnSpPr>
              <p:nvPr/>
            </p:nvCxnSpPr>
            <p:spPr>
              <a:xfrm rot="16200000" flipH="1">
                <a:off x="6040664" y="5002240"/>
                <a:ext cx="296601" cy="323088"/>
              </a:xfrm>
              <a:prstGeom prst="bentConnector2">
                <a:avLst/>
              </a:prstGeom>
              <a:ln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D21525B-CBE2-0C8F-9A4F-7E00562CA0AD}"/>
                  </a:ext>
                </a:extLst>
              </p:cNvPr>
              <p:cNvSpPr/>
              <p:nvPr/>
            </p:nvSpPr>
            <p:spPr>
              <a:xfrm>
                <a:off x="6703958" y="5242418"/>
                <a:ext cx="113212" cy="1132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D3724D4A-BD62-17B6-8D53-952D5CE4A0C2}"/>
                  </a:ext>
                </a:extLst>
              </p:cNvPr>
              <p:cNvSpPr/>
              <p:nvPr/>
            </p:nvSpPr>
            <p:spPr>
              <a:xfrm>
                <a:off x="6350508" y="5255479"/>
                <a:ext cx="113212" cy="1132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6" name="コネクタ: カギ線 25">
                <a:extLst>
                  <a:ext uri="{FF2B5EF4-FFF2-40B4-BE49-F238E27FC236}">
                    <a16:creationId xmlns:a16="http://schemas.microsoft.com/office/drawing/2014/main" id="{69BCFF18-8157-DCFF-B2E3-EC959C5FFE63}"/>
                  </a:ext>
                </a:extLst>
              </p:cNvPr>
              <p:cNvCxnSpPr>
                <a:cxnSpLocks/>
                <a:stCxn id="40" idx="2"/>
                <a:endCxn id="28" idx="2"/>
              </p:cNvCxnSpPr>
              <p:nvPr/>
            </p:nvCxnSpPr>
            <p:spPr>
              <a:xfrm rot="16200000" flipH="1">
                <a:off x="7619924" y="5009463"/>
                <a:ext cx="287750" cy="299791"/>
              </a:xfrm>
              <a:prstGeom prst="bentConnector2">
                <a:avLst/>
              </a:prstGeom>
              <a:ln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9DD5458A-87B8-DC1D-E716-4044A54FA892}"/>
                  </a:ext>
                </a:extLst>
              </p:cNvPr>
              <p:cNvSpPr/>
              <p:nvPr/>
            </p:nvSpPr>
            <p:spPr>
              <a:xfrm>
                <a:off x="8267145" y="5242417"/>
                <a:ext cx="113212" cy="1132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94E738E3-0C53-F0B1-B42A-D1AC1AFFB276}"/>
                  </a:ext>
                </a:extLst>
              </p:cNvPr>
              <p:cNvSpPr/>
              <p:nvPr/>
            </p:nvSpPr>
            <p:spPr>
              <a:xfrm>
                <a:off x="7913695" y="5246628"/>
                <a:ext cx="113212" cy="1132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8A52008F-A95A-A284-336C-447C7956146C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>
                <a:off x="6463720" y="5312085"/>
                <a:ext cx="296844" cy="118124"/>
              </a:xfrm>
              <a:prstGeom prst="line">
                <a:avLst/>
              </a:prstGeom>
              <a:ln>
                <a:solidFill>
                  <a:schemeClr val="bg2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AE0AD411-F491-68BC-E151-473BA0EEB0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7553" y="5305898"/>
                <a:ext cx="312392" cy="124311"/>
              </a:xfrm>
              <a:prstGeom prst="line">
                <a:avLst/>
              </a:prstGeom>
              <a:ln>
                <a:solidFill>
                  <a:schemeClr val="bg2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D0E367A5-AA50-8BC6-19F7-5E24DAEF7D86}"/>
                  </a:ext>
                </a:extLst>
              </p:cNvPr>
              <p:cNvSpPr/>
              <p:nvPr/>
            </p:nvSpPr>
            <p:spPr>
              <a:xfrm>
                <a:off x="4011869" y="5425426"/>
                <a:ext cx="1234440" cy="12344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I2C Slave Power On/Off</a:t>
                </a:r>
              </a:p>
              <a:p>
                <a:pPr algn="ctr"/>
                <a:r>
                  <a:rPr kumimoji="1" lang="en-US" altLang="ja-JP" sz="1400" dirty="0">
                    <a:latin typeface="Tahoma" panose="020B0604030504040204" pitchFamily="34" charset="0"/>
                    <a:cs typeface="Tahoma" panose="020B0604030504040204" pitchFamily="34" charset="0"/>
                  </a:rPr>
                  <a:t>Control</a:t>
                </a:r>
              </a:p>
            </p:txBody>
          </p:sp>
        </p:grp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B950C48E-E318-A7E5-5C1F-608F98334894}"/>
                </a:ext>
              </a:extLst>
            </p:cNvPr>
            <p:cNvSpPr/>
            <p:nvPr/>
          </p:nvSpPr>
          <p:spPr>
            <a:xfrm>
              <a:off x="5242560" y="4885501"/>
              <a:ext cx="1358537" cy="444145"/>
            </a:xfrm>
            <a:custGeom>
              <a:avLst/>
              <a:gdLst>
                <a:gd name="connsiteX0" fmla="*/ 0 w 1358537"/>
                <a:gd name="connsiteY0" fmla="*/ 444137 h 444137"/>
                <a:gd name="connsiteX1" fmla="*/ 1358537 w 1358537"/>
                <a:gd name="connsiteY1" fmla="*/ 444137 h 444137"/>
                <a:gd name="connsiteX2" fmla="*/ 1358537 w 1358537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58537" h="444137">
                  <a:moveTo>
                    <a:pt x="0" y="444137"/>
                  </a:moveTo>
                  <a:lnTo>
                    <a:pt x="1358537" y="444137"/>
                  </a:lnTo>
                  <a:lnTo>
                    <a:pt x="1358537" y="0"/>
                  </a:lnTo>
                </a:path>
              </a:pathLst>
            </a:custGeom>
            <a:noFill/>
            <a:ln>
              <a:solidFill>
                <a:schemeClr val="bg2"/>
              </a:solidFill>
              <a:tailEnd type="diamon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B70D88FC-4EAC-EE85-6157-056395A5DD8A}"/>
                </a:ext>
              </a:extLst>
            </p:cNvPr>
            <p:cNvSpPr/>
            <p:nvPr/>
          </p:nvSpPr>
          <p:spPr>
            <a:xfrm>
              <a:off x="5253605" y="4876650"/>
              <a:ext cx="2897618" cy="958072"/>
            </a:xfrm>
            <a:custGeom>
              <a:avLst/>
              <a:gdLst>
                <a:gd name="connsiteX0" fmla="*/ 0 w 1358537"/>
                <a:gd name="connsiteY0" fmla="*/ 444137 h 444137"/>
                <a:gd name="connsiteX1" fmla="*/ 1358537 w 1358537"/>
                <a:gd name="connsiteY1" fmla="*/ 444137 h 444137"/>
                <a:gd name="connsiteX2" fmla="*/ 1358537 w 1358537"/>
                <a:gd name="connsiteY2" fmla="*/ 0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58537" h="444137">
                  <a:moveTo>
                    <a:pt x="0" y="444137"/>
                  </a:moveTo>
                  <a:lnTo>
                    <a:pt x="1358537" y="444137"/>
                  </a:lnTo>
                  <a:lnTo>
                    <a:pt x="1358537" y="0"/>
                  </a:lnTo>
                </a:path>
              </a:pathLst>
            </a:custGeom>
            <a:noFill/>
            <a:ln>
              <a:solidFill>
                <a:schemeClr val="bg2"/>
              </a:solidFill>
              <a:tailEnd type="diamon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78393A4-F95B-8E03-7C8B-D2DB48C7F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5220" y="5582194"/>
              <a:ext cx="346649" cy="0"/>
            </a:xfrm>
            <a:prstGeom prst="line">
              <a:avLst/>
            </a:prstGeom>
            <a:ln>
              <a:solidFill>
                <a:schemeClr val="bg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88D8DC05-8AFB-62ED-3290-A9BDAA0EAE75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3329952" y="4536505"/>
              <a:ext cx="0" cy="635747"/>
            </a:xfrm>
            <a:prstGeom prst="line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コネクタ: カギ線 72">
              <a:extLst>
                <a:ext uri="{FF2B5EF4-FFF2-40B4-BE49-F238E27FC236}">
                  <a16:creationId xmlns:a16="http://schemas.microsoft.com/office/drawing/2014/main" id="{2882D106-937B-86F9-37D2-F6CC228DEC5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299905" y="5216879"/>
              <a:ext cx="395362" cy="335268"/>
            </a:xfrm>
            <a:prstGeom prst="bentConnector3">
              <a:avLst>
                <a:gd name="adj1" fmla="val 1541"/>
              </a:avLst>
            </a:prstGeom>
            <a:ln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B0CB6F92-FBED-8831-D6B7-32634D5ECC51}"/>
                </a:ext>
              </a:extLst>
            </p:cNvPr>
            <p:cNvSpPr txBox="1"/>
            <p:nvPr/>
          </p:nvSpPr>
          <p:spPr>
            <a:xfrm>
              <a:off x="1905202" y="5622522"/>
              <a:ext cx="2106667" cy="184859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ja-JP" sz="1000" dirty="0"/>
                <a:t>I2C</a:t>
              </a:r>
              <a:r>
                <a:rPr lang="ja-JP" altLang="en-US" sz="1000" dirty="0"/>
                <a:t> </a:t>
              </a:r>
              <a:r>
                <a:rPr lang="en-US" altLang="ja-JP" sz="1000" dirty="0"/>
                <a:t>Slave</a:t>
              </a:r>
              <a:r>
                <a:rPr lang="ja-JP" altLang="en-US" sz="1000" dirty="0"/>
                <a:t> </a:t>
              </a:r>
              <a:r>
                <a:rPr lang="en-US" altLang="ja-JP" sz="1000" dirty="0"/>
                <a:t>Power On/Off</a:t>
              </a:r>
              <a:r>
                <a:rPr lang="ja-JP" altLang="en-US" sz="1000" dirty="0"/>
                <a:t> </a:t>
              </a:r>
              <a:r>
                <a:rPr lang="en-US" altLang="ja-JP" sz="1000" dirty="0"/>
                <a:t>I/O</a:t>
              </a:r>
              <a:r>
                <a:rPr lang="ja-JP" altLang="en-US" sz="1000" dirty="0"/>
                <a:t> </a:t>
              </a:r>
              <a:r>
                <a:rPr lang="en-US" altLang="ja-JP" sz="1000" dirty="0"/>
                <a:t>Signal</a:t>
              </a:r>
              <a:endParaRPr kumimoji="1" lang="ja-JP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75E77841-7B2A-86C5-8C8F-002C0F863B41}"/>
              </a:ext>
            </a:extLst>
          </p:cNvPr>
          <p:cNvSpPr txBox="1"/>
          <p:nvPr/>
        </p:nvSpPr>
        <p:spPr>
          <a:xfrm>
            <a:off x="8650126" y="3030490"/>
            <a:ext cx="2836479" cy="392608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The number of I2C Slave device is </a:t>
            </a:r>
            <a:r>
              <a:rPr lang="en-US" altLang="ja-JP" sz="1000" dirty="0"/>
              <a:t>equal to or </a:t>
            </a:r>
            <a:r>
              <a:rPr kumimoji="1" lang="en-US" altLang="ja-JP" sz="1000" dirty="0">
                <a:solidFill>
                  <a:schemeClr val="tx1"/>
                </a:solidFill>
              </a:rPr>
              <a:t>less than 16 for all I2C bus/Channels.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02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図 53">
            <a:extLst>
              <a:ext uri="{FF2B5EF4-FFF2-40B4-BE49-F238E27FC236}">
                <a16:creationId xmlns:a16="http://schemas.microsoft.com/office/drawing/2014/main" id="{85251671-7C09-3FC4-349E-F71D0B75D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 flipH="1">
            <a:off x="5806377" y="5184940"/>
            <a:ext cx="249484" cy="297005"/>
          </a:xfrm>
          <a:prstGeom prst="rect">
            <a:avLst/>
          </a:prstGeom>
        </p:spPr>
      </p:pic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Design Overview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B81E357-6164-DE05-D9A2-3468B7954E9B}"/>
              </a:ext>
            </a:extLst>
          </p:cNvPr>
          <p:cNvSpPr/>
          <p:nvPr/>
        </p:nvSpPr>
        <p:spPr>
          <a:xfrm>
            <a:off x="6585346" y="5592492"/>
            <a:ext cx="2068643" cy="521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Port/Pin Configuration</a:t>
            </a:r>
            <a:endParaRPr kumimoji="1"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72896B5-EA89-9014-9058-41E7016555A8}"/>
              </a:ext>
            </a:extLst>
          </p:cNvPr>
          <p:cNvSpPr/>
          <p:nvPr/>
        </p:nvSpPr>
        <p:spPr>
          <a:xfrm>
            <a:off x="8819712" y="5592492"/>
            <a:ext cx="2068643" cy="521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LTSC</a:t>
            </a:r>
            <a:endParaRPr kumimoji="1"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11BF1F-1DA6-4E2C-4EEA-408E7A795B40}"/>
              </a:ext>
            </a:extLst>
          </p:cNvPr>
          <p:cNvSpPr/>
          <p:nvPr/>
        </p:nvSpPr>
        <p:spPr>
          <a:xfrm>
            <a:off x="1654295" y="5592492"/>
            <a:ext cx="2148590" cy="521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Interrupt Controller</a:t>
            </a:r>
            <a:endParaRPr kumimoji="1"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40E151-D79F-4B0C-157A-D46973107DAC}"/>
              </a:ext>
            </a:extLst>
          </p:cNvPr>
          <p:cNvSpPr/>
          <p:nvPr/>
        </p:nvSpPr>
        <p:spPr>
          <a:xfrm>
            <a:off x="4350979" y="5592492"/>
            <a:ext cx="2068643" cy="521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Tahoma" panose="020B0604030504040204" pitchFamily="34" charset="0"/>
                <a:cs typeface="Tahoma" panose="020B0604030504040204" pitchFamily="34" charset="0"/>
              </a:rPr>
              <a:t>RIIC</a:t>
            </a:r>
            <a:endParaRPr kumimoji="1"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7B17A22-4CCA-9FCE-7996-4D0999DFA2B7}"/>
              </a:ext>
            </a:extLst>
          </p:cNvPr>
          <p:cNvSpPr/>
          <p:nvPr/>
        </p:nvSpPr>
        <p:spPr>
          <a:xfrm>
            <a:off x="8819711" y="4546739"/>
            <a:ext cx="2068643" cy="521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MCAL/</a:t>
            </a:r>
            <a:r>
              <a:rPr kumimoji="1" lang="en-US" altLang="ja-JP" sz="1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Gpt</a:t>
            </a:r>
            <a:endParaRPr kumimoji="1"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Free-run Timer</a:t>
            </a:r>
            <a:endParaRPr kumimoji="1" lang="ja-JP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A024E72-9F39-5690-88AD-648D4A6794E2}"/>
              </a:ext>
            </a:extLst>
          </p:cNvPr>
          <p:cNvSpPr/>
          <p:nvPr/>
        </p:nvSpPr>
        <p:spPr>
          <a:xfrm>
            <a:off x="6585346" y="4546739"/>
            <a:ext cx="2068643" cy="521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MCAL/Port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509F760-DECB-FC18-F544-A0784DD62FA4}"/>
              </a:ext>
            </a:extLst>
          </p:cNvPr>
          <p:cNvSpPr/>
          <p:nvPr/>
        </p:nvSpPr>
        <p:spPr>
          <a:xfrm>
            <a:off x="4350979" y="4546739"/>
            <a:ext cx="2068643" cy="521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MCAL/I2c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DDB27B1-24C9-BF7A-234D-79CFA857FE89}"/>
              </a:ext>
            </a:extLst>
          </p:cNvPr>
          <p:cNvSpPr/>
          <p:nvPr/>
        </p:nvSpPr>
        <p:spPr>
          <a:xfrm>
            <a:off x="1654293" y="4546739"/>
            <a:ext cx="2148591" cy="521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MCAL/</a:t>
            </a:r>
            <a:r>
              <a:rPr lang="en-US" altLang="ja-JP" sz="1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Intc</a:t>
            </a:r>
            <a:endParaRPr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A7F772E-7BF8-EF42-AA66-2B2B55D5F135}"/>
              </a:ext>
            </a:extLst>
          </p:cNvPr>
          <p:cNvSpPr/>
          <p:nvPr/>
        </p:nvSpPr>
        <p:spPr>
          <a:xfrm>
            <a:off x="4350979" y="2056697"/>
            <a:ext cx="6537373" cy="91956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 Device Driver/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Master : </a:t>
            </a:r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gpi2c_ma.*, gpi2c_ma_cfg.c</a:t>
            </a:r>
            <a:endParaRPr kumimoji="1"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4C3CDA3-298B-67D0-B31A-F553397E2FF2}"/>
              </a:ext>
            </a:extLst>
          </p:cNvPr>
          <p:cNvSpPr/>
          <p:nvPr/>
        </p:nvSpPr>
        <p:spPr>
          <a:xfrm>
            <a:off x="4350979" y="3500985"/>
            <a:ext cx="6537372" cy="5210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 Device Driver/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Master Interface : gpi2c_ma_if.*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139707C-CE2F-D5DB-F479-90D2C88342D1}"/>
              </a:ext>
            </a:extLst>
          </p:cNvPr>
          <p:cNvSpPr/>
          <p:nvPr/>
        </p:nvSpPr>
        <p:spPr>
          <a:xfrm>
            <a:off x="1654294" y="1028993"/>
            <a:ext cx="2148591" cy="1947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System/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EcuM</a:t>
            </a:r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AUTOSAR-OS or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SchedM</a:t>
            </a:r>
            <a:endParaRPr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54" name="コネクタ: カギ線 153">
            <a:extLst>
              <a:ext uri="{FF2B5EF4-FFF2-40B4-BE49-F238E27FC236}">
                <a16:creationId xmlns:a16="http://schemas.microsoft.com/office/drawing/2014/main" id="{7480D1B6-BD0F-521A-2110-600DF7142DA8}"/>
              </a:ext>
            </a:extLst>
          </p:cNvPr>
          <p:cNvCxnSpPr>
            <a:cxnSpLocks/>
            <a:stCxn id="21" idx="2"/>
            <a:endCxn id="54" idx="0"/>
          </p:cNvCxnSpPr>
          <p:nvPr/>
        </p:nvCxnSpPr>
        <p:spPr>
          <a:xfrm rot="16200000" flipH="1">
            <a:off x="5451123" y="5001949"/>
            <a:ext cx="265672" cy="397316"/>
          </a:xfrm>
          <a:prstGeom prst="bentConnector2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コネクタ: カギ線 155">
            <a:extLst>
              <a:ext uri="{FF2B5EF4-FFF2-40B4-BE49-F238E27FC236}">
                <a16:creationId xmlns:a16="http://schemas.microsoft.com/office/drawing/2014/main" id="{0E09D805-FD7D-E7AA-67E0-7A3E97D5D02E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5953483" y="5067771"/>
            <a:ext cx="3900550" cy="268615"/>
          </a:xfrm>
          <a:prstGeom prst="bentConnector2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矢印コネクタ 183">
            <a:extLst>
              <a:ext uri="{FF2B5EF4-FFF2-40B4-BE49-F238E27FC236}">
                <a16:creationId xmlns:a16="http://schemas.microsoft.com/office/drawing/2014/main" id="{15C6A0C5-99A8-C5E1-3F85-15AB709AB379}"/>
              </a:ext>
            </a:extLst>
          </p:cNvPr>
          <p:cNvCxnSpPr/>
          <p:nvPr/>
        </p:nvCxnSpPr>
        <p:spPr>
          <a:xfrm>
            <a:off x="4784860" y="5067770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矢印コネクタ 184">
            <a:extLst>
              <a:ext uri="{FF2B5EF4-FFF2-40B4-BE49-F238E27FC236}">
                <a16:creationId xmlns:a16="http://schemas.microsoft.com/office/drawing/2014/main" id="{5D75637B-7549-8A17-63BD-5E51A19256A9}"/>
              </a:ext>
            </a:extLst>
          </p:cNvPr>
          <p:cNvCxnSpPr>
            <a:cxnSpLocks/>
          </p:cNvCxnSpPr>
          <p:nvPr/>
        </p:nvCxnSpPr>
        <p:spPr>
          <a:xfrm flipV="1">
            <a:off x="5199588" y="5067770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213E7E6D-24F7-23CC-5C3E-FDEE9860EABC}"/>
              </a:ext>
            </a:extLst>
          </p:cNvPr>
          <p:cNvCxnSpPr>
            <a:cxnSpLocks/>
          </p:cNvCxnSpPr>
          <p:nvPr/>
        </p:nvCxnSpPr>
        <p:spPr>
          <a:xfrm>
            <a:off x="2433778" y="5067770"/>
            <a:ext cx="0" cy="54183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矢印コネクタ 186">
            <a:extLst>
              <a:ext uri="{FF2B5EF4-FFF2-40B4-BE49-F238E27FC236}">
                <a16:creationId xmlns:a16="http://schemas.microsoft.com/office/drawing/2014/main" id="{B31A2183-5696-9E2F-9488-EF37444F76B4}"/>
              </a:ext>
            </a:extLst>
          </p:cNvPr>
          <p:cNvCxnSpPr>
            <a:cxnSpLocks/>
          </p:cNvCxnSpPr>
          <p:nvPr/>
        </p:nvCxnSpPr>
        <p:spPr>
          <a:xfrm flipV="1">
            <a:off x="2848506" y="5067770"/>
            <a:ext cx="0" cy="54183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41706394-753A-A724-B14F-215ED7404648}"/>
              </a:ext>
            </a:extLst>
          </p:cNvPr>
          <p:cNvCxnSpPr>
            <a:cxnSpLocks/>
          </p:cNvCxnSpPr>
          <p:nvPr/>
        </p:nvCxnSpPr>
        <p:spPr>
          <a:xfrm>
            <a:off x="7082521" y="5067771"/>
            <a:ext cx="0" cy="52472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矢印コネクタ 189">
            <a:extLst>
              <a:ext uri="{FF2B5EF4-FFF2-40B4-BE49-F238E27FC236}">
                <a16:creationId xmlns:a16="http://schemas.microsoft.com/office/drawing/2014/main" id="{63BFD60E-3F56-652B-3691-23779A1C03FC}"/>
              </a:ext>
            </a:extLst>
          </p:cNvPr>
          <p:cNvCxnSpPr/>
          <p:nvPr/>
        </p:nvCxnSpPr>
        <p:spPr>
          <a:xfrm>
            <a:off x="9634178" y="5067770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矢印コネクタ 190">
            <a:extLst>
              <a:ext uri="{FF2B5EF4-FFF2-40B4-BE49-F238E27FC236}">
                <a16:creationId xmlns:a16="http://schemas.microsoft.com/office/drawing/2014/main" id="{9CDBC636-EACD-0161-EED0-981ADA840D9E}"/>
              </a:ext>
            </a:extLst>
          </p:cNvPr>
          <p:cNvCxnSpPr>
            <a:cxnSpLocks/>
          </p:cNvCxnSpPr>
          <p:nvPr/>
        </p:nvCxnSpPr>
        <p:spPr>
          <a:xfrm flipV="1">
            <a:off x="10048906" y="5067770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矢印コネクタ 191">
            <a:extLst>
              <a:ext uri="{FF2B5EF4-FFF2-40B4-BE49-F238E27FC236}">
                <a16:creationId xmlns:a16="http://schemas.microsoft.com/office/drawing/2014/main" id="{3AA9EAB5-FF39-77F9-96E0-041AB6F936AA}"/>
              </a:ext>
            </a:extLst>
          </p:cNvPr>
          <p:cNvCxnSpPr/>
          <p:nvPr/>
        </p:nvCxnSpPr>
        <p:spPr>
          <a:xfrm>
            <a:off x="4784860" y="4017477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19E47279-1EEE-10B8-F6A6-14E8ED6BAC1B}"/>
              </a:ext>
            </a:extLst>
          </p:cNvPr>
          <p:cNvCxnSpPr>
            <a:cxnSpLocks/>
          </p:cNvCxnSpPr>
          <p:nvPr/>
        </p:nvCxnSpPr>
        <p:spPr>
          <a:xfrm flipV="1">
            <a:off x="5199588" y="4017477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矢印コネクタ 201">
            <a:extLst>
              <a:ext uri="{FF2B5EF4-FFF2-40B4-BE49-F238E27FC236}">
                <a16:creationId xmlns:a16="http://schemas.microsoft.com/office/drawing/2014/main" id="{17A026B8-0298-CB54-A92F-858CD785176F}"/>
              </a:ext>
            </a:extLst>
          </p:cNvPr>
          <p:cNvCxnSpPr>
            <a:cxnSpLocks/>
          </p:cNvCxnSpPr>
          <p:nvPr/>
        </p:nvCxnSpPr>
        <p:spPr>
          <a:xfrm>
            <a:off x="7082521" y="4017255"/>
            <a:ext cx="0" cy="52472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3390C60F-8B79-93C1-E46F-5AA657A875A1}"/>
              </a:ext>
            </a:extLst>
          </p:cNvPr>
          <p:cNvCxnSpPr>
            <a:cxnSpLocks/>
          </p:cNvCxnSpPr>
          <p:nvPr/>
        </p:nvCxnSpPr>
        <p:spPr>
          <a:xfrm flipV="1">
            <a:off x="10046407" y="4024934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矢印コネクタ 204">
            <a:extLst>
              <a:ext uri="{FF2B5EF4-FFF2-40B4-BE49-F238E27FC236}">
                <a16:creationId xmlns:a16="http://schemas.microsoft.com/office/drawing/2014/main" id="{0BC5B0D4-2915-F66F-940E-B8B94BA15BDD}"/>
              </a:ext>
            </a:extLst>
          </p:cNvPr>
          <p:cNvCxnSpPr/>
          <p:nvPr/>
        </p:nvCxnSpPr>
        <p:spPr>
          <a:xfrm>
            <a:off x="4784860" y="2976263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矢印コネクタ 205">
            <a:extLst>
              <a:ext uri="{FF2B5EF4-FFF2-40B4-BE49-F238E27FC236}">
                <a16:creationId xmlns:a16="http://schemas.microsoft.com/office/drawing/2014/main" id="{D5AC350E-012A-55CB-9A58-62367AB94495}"/>
              </a:ext>
            </a:extLst>
          </p:cNvPr>
          <p:cNvCxnSpPr>
            <a:cxnSpLocks/>
          </p:cNvCxnSpPr>
          <p:nvPr/>
        </p:nvCxnSpPr>
        <p:spPr>
          <a:xfrm flipV="1">
            <a:off x="5199588" y="2976263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矢印コネクタ 206">
            <a:extLst>
              <a:ext uri="{FF2B5EF4-FFF2-40B4-BE49-F238E27FC236}">
                <a16:creationId xmlns:a16="http://schemas.microsoft.com/office/drawing/2014/main" id="{6412484B-6127-97F3-DE8D-7A369F3EAE79}"/>
              </a:ext>
            </a:extLst>
          </p:cNvPr>
          <p:cNvCxnSpPr>
            <a:cxnSpLocks/>
          </p:cNvCxnSpPr>
          <p:nvPr/>
        </p:nvCxnSpPr>
        <p:spPr>
          <a:xfrm flipV="1">
            <a:off x="10046407" y="2976263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DCAD57BF-401A-6C1E-C491-48A709FF63A2}"/>
              </a:ext>
            </a:extLst>
          </p:cNvPr>
          <p:cNvCxnSpPr/>
          <p:nvPr/>
        </p:nvCxnSpPr>
        <p:spPr>
          <a:xfrm>
            <a:off x="5977121" y="1530129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グループ化 220">
            <a:extLst>
              <a:ext uri="{FF2B5EF4-FFF2-40B4-BE49-F238E27FC236}">
                <a16:creationId xmlns:a16="http://schemas.microsoft.com/office/drawing/2014/main" id="{24D80409-3D70-414B-481B-9772A9B2238D}"/>
              </a:ext>
            </a:extLst>
          </p:cNvPr>
          <p:cNvGrpSpPr/>
          <p:nvPr/>
        </p:nvGrpSpPr>
        <p:grpSpPr>
          <a:xfrm>
            <a:off x="8518414" y="223589"/>
            <a:ext cx="1634321" cy="445349"/>
            <a:chOff x="10238518" y="952500"/>
            <a:chExt cx="1634321" cy="445349"/>
          </a:xfrm>
        </p:grpSpPr>
        <p:cxnSp>
          <p:nvCxnSpPr>
            <p:cNvPr id="217" name="直線矢印コネクタ 216">
              <a:extLst>
                <a:ext uri="{FF2B5EF4-FFF2-40B4-BE49-F238E27FC236}">
                  <a16:creationId xmlns:a16="http://schemas.microsoft.com/office/drawing/2014/main" id="{6CC8E550-EE1B-F6D1-952C-8B670C08F8B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00879" y="781222"/>
              <a:ext cx="0" cy="524722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矢印コネクタ 217">
              <a:extLst>
                <a:ext uri="{FF2B5EF4-FFF2-40B4-BE49-F238E27FC236}">
                  <a16:creationId xmlns:a16="http://schemas.microsoft.com/office/drawing/2014/main" id="{FBEEC0C6-C6A1-2753-D0BC-BA8FD36079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00879" y="1044405"/>
              <a:ext cx="0" cy="524722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テキスト ボックス 218">
              <a:extLst>
                <a:ext uri="{FF2B5EF4-FFF2-40B4-BE49-F238E27FC236}">
                  <a16:creationId xmlns:a16="http://schemas.microsoft.com/office/drawing/2014/main" id="{0756E503-090A-2538-AEFD-0BC53A079973}"/>
                </a:ext>
              </a:extLst>
            </p:cNvPr>
            <p:cNvSpPr txBox="1"/>
            <p:nvPr/>
          </p:nvSpPr>
          <p:spPr>
            <a:xfrm>
              <a:off x="10763240" y="952500"/>
              <a:ext cx="1109599" cy="182166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Dataflow - Write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0" name="テキスト ボックス 219">
              <a:extLst>
                <a:ext uri="{FF2B5EF4-FFF2-40B4-BE49-F238E27FC236}">
                  <a16:creationId xmlns:a16="http://schemas.microsoft.com/office/drawing/2014/main" id="{743B37FE-8DC1-81C1-67B6-42DC69247E98}"/>
                </a:ext>
              </a:extLst>
            </p:cNvPr>
            <p:cNvSpPr txBox="1"/>
            <p:nvPr/>
          </p:nvSpPr>
          <p:spPr>
            <a:xfrm>
              <a:off x="10763240" y="1215683"/>
              <a:ext cx="1093569" cy="182166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Dataflow - Read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0E888BE6-5CDE-5834-257B-1947F506F850}"/>
              </a:ext>
            </a:extLst>
          </p:cNvPr>
          <p:cNvCxnSpPr>
            <a:cxnSpLocks/>
          </p:cNvCxnSpPr>
          <p:nvPr/>
        </p:nvCxnSpPr>
        <p:spPr>
          <a:xfrm flipV="1">
            <a:off x="8948921" y="1530129"/>
            <a:ext cx="0" cy="5247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矢印コネクタ 222">
            <a:extLst>
              <a:ext uri="{FF2B5EF4-FFF2-40B4-BE49-F238E27FC236}">
                <a16:creationId xmlns:a16="http://schemas.microsoft.com/office/drawing/2014/main" id="{D5EF86F1-95FF-9E21-8DD7-5C255DAE50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150712" y="1993283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線矢印コネクタ 223">
            <a:extLst>
              <a:ext uri="{FF2B5EF4-FFF2-40B4-BE49-F238E27FC236}">
                <a16:creationId xmlns:a16="http://schemas.microsoft.com/office/drawing/2014/main" id="{1734B728-4CFE-CB4A-ECB9-804AE5D99E94}"/>
              </a:ext>
            </a:extLst>
          </p:cNvPr>
          <p:cNvCxnSpPr>
            <a:cxnSpLocks/>
          </p:cNvCxnSpPr>
          <p:nvPr/>
        </p:nvCxnSpPr>
        <p:spPr>
          <a:xfrm flipV="1">
            <a:off x="5787761" y="1530129"/>
            <a:ext cx="0" cy="524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F95F1F3D-B0CF-3DAD-699D-CE79008D2220}"/>
              </a:ext>
            </a:extLst>
          </p:cNvPr>
          <p:cNvCxnSpPr>
            <a:cxnSpLocks/>
          </p:cNvCxnSpPr>
          <p:nvPr/>
        </p:nvCxnSpPr>
        <p:spPr>
          <a:xfrm flipH="1">
            <a:off x="3802884" y="4648200"/>
            <a:ext cx="54809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300BC81-75B5-91C0-AB90-BC2F12DB82F9}"/>
              </a:ext>
            </a:extLst>
          </p:cNvPr>
          <p:cNvGrpSpPr/>
          <p:nvPr/>
        </p:nvGrpSpPr>
        <p:grpSpPr>
          <a:xfrm>
            <a:off x="6294880" y="1530129"/>
            <a:ext cx="249484" cy="527224"/>
            <a:chOff x="6294880" y="1530129"/>
            <a:chExt cx="249484" cy="52722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085EC930-DE8E-AFED-DC9F-588BD64D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294880" y="1639579"/>
              <a:ext cx="249484" cy="297005"/>
            </a:xfrm>
            <a:prstGeom prst="rect">
              <a:avLst/>
            </a:prstGeom>
          </p:spPr>
        </p:pic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BC7E44CA-9A00-6CDF-0B77-D451A25753E6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6419622" y="1530129"/>
              <a:ext cx="0" cy="1094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18B18C24-D666-A33E-467C-90E589647BEA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6419622" y="1936584"/>
              <a:ext cx="0" cy="12076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ED404D8-929B-1FA3-4970-A3F91889F04F}"/>
              </a:ext>
            </a:extLst>
          </p:cNvPr>
          <p:cNvGrpSpPr/>
          <p:nvPr/>
        </p:nvGrpSpPr>
        <p:grpSpPr>
          <a:xfrm flipV="1">
            <a:off x="8425390" y="1537770"/>
            <a:ext cx="249484" cy="527224"/>
            <a:chOff x="6294880" y="1530129"/>
            <a:chExt cx="249484" cy="527224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C7FAF15B-DA09-D716-75E5-A696EF52E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294880" y="1639579"/>
              <a:ext cx="249484" cy="297005"/>
            </a:xfrm>
            <a:prstGeom prst="rect">
              <a:avLst/>
            </a:prstGeom>
          </p:spPr>
        </p:pic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8E8DC47D-E532-0EE7-F102-61F932C1E39B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6419622" y="1530129"/>
              <a:ext cx="0" cy="1094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C52F6C66-8C16-7EA8-688A-60156ABFBFAD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6419622" y="1936584"/>
              <a:ext cx="0" cy="12076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52926A-8D35-1A76-5085-18D9A5EA4CD1}"/>
              </a:ext>
            </a:extLst>
          </p:cNvPr>
          <p:cNvGrpSpPr/>
          <p:nvPr/>
        </p:nvGrpSpPr>
        <p:grpSpPr>
          <a:xfrm>
            <a:off x="7282399" y="2975003"/>
            <a:ext cx="249484" cy="527224"/>
            <a:chOff x="6294880" y="1530129"/>
            <a:chExt cx="249484" cy="527224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134AF085-90A9-F5F6-8558-4F1EC759B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294880" y="1639579"/>
              <a:ext cx="249484" cy="297005"/>
            </a:xfrm>
            <a:prstGeom prst="rect">
              <a:avLst/>
            </a:prstGeom>
          </p:spPr>
        </p:pic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C00275A9-715B-DBD5-AE0C-4F30796A9BF9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6419622" y="1530129"/>
              <a:ext cx="0" cy="1094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49FD1FB1-CB13-19DD-A245-53C460433293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6419622" y="1936584"/>
              <a:ext cx="0" cy="12076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CDB23A0B-BE93-9A04-0254-70A98BA94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46692" y="4141432"/>
            <a:ext cx="249484" cy="297005"/>
          </a:xfrm>
          <a:prstGeom prst="rect">
            <a:avLst/>
          </a:prstGeom>
        </p:spPr>
      </p:pic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50F8D663-D764-2342-70A4-FBAA196D8FD0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371434" y="4031982"/>
            <a:ext cx="0" cy="1094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DEA3A8E-BCB9-3850-CEB3-A7769071A06D}"/>
              </a:ext>
            </a:extLst>
          </p:cNvPr>
          <p:cNvCxnSpPr>
            <a:cxnSpLocks/>
          </p:cNvCxnSpPr>
          <p:nvPr/>
        </p:nvCxnSpPr>
        <p:spPr>
          <a:xfrm>
            <a:off x="5371434" y="4419387"/>
            <a:ext cx="0" cy="120769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図 40">
            <a:extLst>
              <a:ext uri="{FF2B5EF4-FFF2-40B4-BE49-F238E27FC236}">
                <a16:creationId xmlns:a16="http://schemas.microsoft.com/office/drawing/2014/main" id="{AB1618C1-228D-E392-1A2A-170EFC306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520759" y="4134384"/>
            <a:ext cx="249484" cy="297005"/>
          </a:xfrm>
          <a:prstGeom prst="rect">
            <a:avLst/>
          </a:prstGeom>
        </p:spPr>
      </p:pic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3F25F8B-F17E-2BE3-8AEC-C23363C7CD0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645501" y="4024934"/>
            <a:ext cx="0" cy="1094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08D1199-7F6C-13F4-EFCF-D8035353255F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7645501" y="4431389"/>
            <a:ext cx="0" cy="120769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図 48">
            <a:extLst>
              <a:ext uri="{FF2B5EF4-FFF2-40B4-BE49-F238E27FC236}">
                <a16:creationId xmlns:a16="http://schemas.microsoft.com/office/drawing/2014/main" id="{82990835-ACB6-482F-7B7E-CD367A60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33238" y="4141432"/>
            <a:ext cx="249484" cy="297005"/>
          </a:xfrm>
          <a:prstGeom prst="rect">
            <a:avLst/>
          </a:prstGeom>
        </p:spPr>
      </p:pic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F0AE03D-A7F6-0A8F-A057-1DFC6CB7D91F}"/>
              </a:ext>
            </a:extLst>
          </p:cNvPr>
          <p:cNvCxnSpPr>
            <a:cxnSpLocks/>
          </p:cNvCxnSpPr>
          <p:nvPr/>
        </p:nvCxnSpPr>
        <p:spPr>
          <a:xfrm>
            <a:off x="9857980" y="4031982"/>
            <a:ext cx="0" cy="1094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2DE0BD3A-E8DC-B1F4-34C1-E309C9AE50E5}"/>
              </a:ext>
            </a:extLst>
          </p:cNvPr>
          <p:cNvCxnSpPr>
            <a:cxnSpLocks/>
          </p:cNvCxnSpPr>
          <p:nvPr/>
        </p:nvCxnSpPr>
        <p:spPr>
          <a:xfrm>
            <a:off x="9857980" y="4428912"/>
            <a:ext cx="0" cy="120769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図 58">
            <a:extLst>
              <a:ext uri="{FF2B5EF4-FFF2-40B4-BE49-F238E27FC236}">
                <a16:creationId xmlns:a16="http://schemas.microsoft.com/office/drawing/2014/main" id="{CA0E9212-3CA1-90FF-6477-DB652FC36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 flipH="1">
            <a:off x="3965148" y="2368865"/>
            <a:ext cx="249484" cy="297005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0488CE96-F0B6-FA5D-C936-C142BFBE9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4509" y="4658753"/>
            <a:ext cx="249484" cy="297005"/>
          </a:xfrm>
          <a:prstGeom prst="rect">
            <a:avLst/>
          </a:prstGeom>
        </p:spPr>
      </p:pic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33D6FB37-FB84-D55A-5C03-6C96DCC07B0C}"/>
              </a:ext>
            </a:extLst>
          </p:cNvPr>
          <p:cNvCxnSpPr>
            <a:endCxn id="59" idx="0"/>
          </p:cNvCxnSpPr>
          <p:nvPr/>
        </p:nvCxnSpPr>
        <p:spPr>
          <a:xfrm>
            <a:off x="3802884" y="2517367"/>
            <a:ext cx="138504" cy="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B47600BB-0EB2-FF5C-8365-092EF587389D}"/>
              </a:ext>
            </a:extLst>
          </p:cNvPr>
          <p:cNvCxnSpPr>
            <a:cxnSpLocks/>
            <a:stCxn id="59" idx="2"/>
            <a:endCxn id="23" idx="1"/>
          </p:cNvCxnSpPr>
          <p:nvPr/>
        </p:nvCxnSpPr>
        <p:spPr>
          <a:xfrm flipV="1">
            <a:off x="4238393" y="2516480"/>
            <a:ext cx="112586" cy="88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461D392A-5872-4257-FF99-71B09007597E}"/>
              </a:ext>
            </a:extLst>
          </p:cNvPr>
          <p:cNvCxnSpPr>
            <a:cxnSpLocks/>
            <a:stCxn id="61" idx="0"/>
            <a:endCxn id="21" idx="1"/>
          </p:cNvCxnSpPr>
          <p:nvPr/>
        </p:nvCxnSpPr>
        <p:spPr>
          <a:xfrm flipV="1">
            <a:off x="4217754" y="4807255"/>
            <a:ext cx="133225" cy="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56E4D38B-9572-E72F-7A91-A36B476D9E3A}"/>
              </a:ext>
            </a:extLst>
          </p:cNvPr>
          <p:cNvCxnSpPr>
            <a:cxnSpLocks/>
            <a:stCxn id="22" idx="3"/>
            <a:endCxn id="61" idx="2"/>
          </p:cNvCxnSpPr>
          <p:nvPr/>
        </p:nvCxnSpPr>
        <p:spPr>
          <a:xfrm>
            <a:off x="3802884" y="4807255"/>
            <a:ext cx="117865" cy="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図 72">
            <a:extLst>
              <a:ext uri="{FF2B5EF4-FFF2-40B4-BE49-F238E27FC236}">
                <a16:creationId xmlns:a16="http://schemas.microsoft.com/office/drawing/2014/main" id="{174F462F-5C3D-A47B-66EC-B029853A1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964782" y="2430725"/>
            <a:ext cx="250031" cy="173831"/>
          </a:xfrm>
          <a:prstGeom prst="rect">
            <a:avLst/>
          </a:prstGeom>
        </p:spPr>
      </p:pic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E4165845-8AB6-915A-7CAA-A692F3597988}"/>
              </a:ext>
            </a:extLst>
          </p:cNvPr>
          <p:cNvCxnSpPr>
            <a:cxnSpLocks/>
            <a:stCxn id="23" idx="3"/>
            <a:endCxn id="73" idx="0"/>
          </p:cNvCxnSpPr>
          <p:nvPr/>
        </p:nvCxnSpPr>
        <p:spPr>
          <a:xfrm>
            <a:off x="10888352" y="2516480"/>
            <a:ext cx="114530" cy="116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C3F4447-7495-0326-5A94-B9D781B7E2C3}"/>
              </a:ext>
            </a:extLst>
          </p:cNvPr>
          <p:cNvSpPr/>
          <p:nvPr/>
        </p:nvSpPr>
        <p:spPr>
          <a:xfrm>
            <a:off x="4350979" y="1028993"/>
            <a:ext cx="6537374" cy="5029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  <a:endParaRPr kumimoji="1"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8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System Integration/Interfaces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138774"/>
              </p:ext>
            </p:extLst>
          </p:nvPr>
        </p:nvGraphicFramePr>
        <p:xfrm>
          <a:off x="469900" y="822960"/>
          <a:ext cx="11417300" cy="235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fi-FI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vd_g_GpI2cMaInit(void)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EcuM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vd_g_GpI2cMaDeInit(void)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EcuM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and/or Complex Dev. Driver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1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vd_g_GpI2cMaMainTask(void)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System/AUTOSAR-O:TASK or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SchedM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7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vd_g_GpI2cMaIRQTRx(const U1 u1_a_MA_CH)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System/AUTOSAR-OS:ISR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183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vd_g_GpI2cMaIRQDmaRx(const U1 u1_a_MA_CH)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System/AUTOSAR-OS:ISR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7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93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Application Integration/Interfaces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12688"/>
              </p:ext>
            </p:extLst>
          </p:nvPr>
        </p:nvGraphicFramePr>
        <p:xfrm>
          <a:off x="469900" y="822960"/>
          <a:ext cx="11417300" cy="426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      u1_g_GpI2cMaReqTRx(const ST_GP_I2C_MA_REQ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st_ap_REQ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7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U2      u2_g_GpI2cMaRwcRembySla(const U1 u1_a_SLA)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</a:t>
                      </a:r>
                    </a:p>
                    <a:p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See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4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gpi2c_ma_cfg_private.h</a:t>
                      </a: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(*st_gp_GP_I2C_MA_SLA[].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fp_vd_ACK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)(const ST_GP_I2C_MA_REQ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st_ap_ACK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9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gpi2c_ma_cfg_private.h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vd_g_GpI2cMaCfgInit(void)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fi-FI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vd_g_GpI2cMaInit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7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gpi2c_ma_cfg.c/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gpi2c_ma_cfg_private.h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pl-PL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      u1_g_GpI2cMaCfgSlaActvtd(const U1 u1_a_CH)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 or 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Complex Dev. Driver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5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42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System Integration/Interfaces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5D1F4A-453E-A615-2152-51BA8CF40338}"/>
              </a:ext>
            </a:extLst>
          </p:cNvPr>
          <p:cNvSpPr txBox="1"/>
          <p:nvPr/>
        </p:nvSpPr>
        <p:spPr>
          <a:xfrm>
            <a:off x="1292939" y="3670058"/>
            <a:ext cx="10107081" cy="249651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Priority=Mid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Interface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は同割り込み優先度を持つ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TASK/ISR=Interrupt Service Routine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で実行すること。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Priority=High/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vd_g_GpI2cMaIRQTRx, vd_g_GpI2cMaIRQDmaRx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実行優先度および遅延時間制約は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通信を利用するアプリケーション提供機能に対する性能目標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制約かつソフト全体性能目標に基づいて設計すること。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通信に利用される割り込み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/ISR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の実行遅延が発生しても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通信プロトコル・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RH850/U2A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内臓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 Controller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の仕組み上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,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送受信データ上書きよる通信データ不良は発生しない。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Priority=High/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]RI/INTRIIC[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]EE/INTRIIC[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]TEI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の全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にて実行すること。</a:t>
            </a:r>
            <a:r>
              <a:rPr lang="en-US" altLang="ja-JP" sz="11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100" dirty="0" err="1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1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]TI/RI/EE/TEI</a:t>
            </a:r>
            <a:r>
              <a:rPr lang="ja-JP" altLang="en-US" sz="11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は同じ割り込み優先度を設定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して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]TI/RI/EE/TEI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は相互排他となるよう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System/Operating System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等を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Configuration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すること。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Priority=High/vd_g_GpI2cMaIRQDmaRx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転送完了割り込みにて実行すること。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vd_g_GpI2cMaIRQDmaRx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と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は相互排他となるよう同じ割り込み優先度を設定すること。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Priority=High/Mid 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Interface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間割り込み排他制御は、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Priority=Mid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Interface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内で行われるので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提供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Interface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と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Controller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以外の割り込みを利用する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以外のコンポーネントと連動しない場合は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利用側での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排他制御は追加不要。</a:t>
            </a:r>
            <a:endParaRPr kumimoji="1" lang="ja-JP" altLang="en-US" sz="1100" dirty="0">
              <a:solidFill>
                <a:schemeClr val="tx1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41090DF-7E1C-3A6D-6E60-A8C0F70AA885}"/>
              </a:ext>
            </a:extLst>
          </p:cNvPr>
          <p:cNvGrpSpPr/>
          <p:nvPr/>
        </p:nvGrpSpPr>
        <p:grpSpPr>
          <a:xfrm>
            <a:off x="1285444" y="780134"/>
            <a:ext cx="9082827" cy="2803781"/>
            <a:chOff x="1062658" y="945858"/>
            <a:chExt cx="7123400" cy="280378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618B558-247E-773D-41F7-007EE60991D2}"/>
                </a:ext>
              </a:extLst>
            </p:cNvPr>
            <p:cNvSpPr txBox="1"/>
            <p:nvPr/>
          </p:nvSpPr>
          <p:spPr>
            <a:xfrm>
              <a:off x="3083711" y="2231577"/>
              <a:ext cx="5102347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fi-FI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vd_g_GpI2cMaInit</a:t>
              </a:r>
            </a:p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vd_g_GpI2cMaDeInit</a:t>
              </a:r>
              <a:b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vd_g_GpI2cMaMainTask</a:t>
              </a:r>
            </a:p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u1_g_GpI2cMaReqTRx</a:t>
              </a:r>
            </a:p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u2_g_GpI2cMaRwcRembySla</a:t>
              </a:r>
              <a:b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kumimoji="1" lang="en-US" altLang="ja-JP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vd_g</a:t>
              </a:r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_[Application]</a:t>
              </a:r>
              <a:r>
                <a:rPr kumimoji="1" lang="en-US" altLang="ja-JP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MainTask</a:t>
              </a:r>
              <a:endParaRPr lang="ja-JP" altLang="en-US" sz="1400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6F30494-FD50-0601-87C0-0EEE373F936C}"/>
                </a:ext>
              </a:extLst>
            </p:cNvPr>
            <p:cNvSpPr txBox="1"/>
            <p:nvPr/>
          </p:nvSpPr>
          <p:spPr>
            <a:xfrm>
              <a:off x="3083711" y="1467166"/>
              <a:ext cx="49388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</a:p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vd_g_GpI2cMaIRQDmaRx</a:t>
              </a: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A17F05B-5B75-225B-9237-6520DF028083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42" y="2098510"/>
              <a:ext cx="6276595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5C78CAE-C453-0D73-FB54-8E60FDEDE7F0}"/>
                </a:ext>
              </a:extLst>
            </p:cNvPr>
            <p:cNvSpPr txBox="1"/>
            <p:nvPr/>
          </p:nvSpPr>
          <p:spPr>
            <a:xfrm>
              <a:off x="1062658" y="945858"/>
              <a:ext cx="2282997" cy="31085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ja-JP" sz="1600" b="1" dirty="0">
                  <a:latin typeface="Courier New" panose="02070309020205020404" pitchFamily="49" charset="0"/>
                  <a:ea typeface="Tahoma" panose="020B0604030504040204" pitchFamily="34" charset="0"/>
                  <a:cs typeface="Courier New" panose="02070309020205020404" pitchFamily="49" charset="0"/>
                </a:rPr>
                <a:t>TASK/ISR Priority</a:t>
              </a:r>
              <a:endParaRPr kumimoji="1" lang="ja-JP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AA508EC-1C96-D2D9-4E32-34C63AB1F601}"/>
                </a:ext>
              </a:extLst>
            </p:cNvPr>
            <p:cNvSpPr txBox="1"/>
            <p:nvPr/>
          </p:nvSpPr>
          <p:spPr>
            <a:xfrm>
              <a:off x="1106980" y="1467166"/>
              <a:ext cx="22292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</a:t>
              </a:r>
              <a:r>
                <a:rPr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ority=High</a:t>
              </a:r>
              <a:endParaRPr kumimoji="1"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53AFD98-89D8-E477-FCB2-CB39A1850B9D}"/>
                </a:ext>
              </a:extLst>
            </p:cNvPr>
            <p:cNvSpPr txBox="1"/>
            <p:nvPr/>
          </p:nvSpPr>
          <p:spPr>
            <a:xfrm>
              <a:off x="1106981" y="2231577"/>
              <a:ext cx="17668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</a:t>
              </a:r>
              <a:r>
                <a:rPr lang="en-US" altLang="ja-JP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ority=Mid</a:t>
              </a:r>
              <a:endParaRPr kumimoji="1"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2C0FBD62-A404-BE13-2548-9CD4AD921574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42" y="1356959"/>
              <a:ext cx="6276595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EF06EC43-7801-D7F3-1B70-B36A61F91203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42" y="3749639"/>
              <a:ext cx="6276595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226EC8AD-79D0-4CB1-CFB2-CD03797F8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843" y="1283988"/>
            <a:ext cx="4719638" cy="2047875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DD13873-B6CB-8F59-1953-08F7BAFA4212}"/>
              </a:ext>
            </a:extLst>
          </p:cNvPr>
          <p:cNvSpPr txBox="1"/>
          <p:nvPr/>
        </p:nvSpPr>
        <p:spPr>
          <a:xfrm>
            <a:off x="7122843" y="762168"/>
            <a:ext cx="3772922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ja-JP" sz="1000" b="0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RH850/U2A-EVA Group User’s Manual: Hardware</a:t>
            </a:r>
          </a:p>
          <a:p>
            <a:pPr algn="l"/>
            <a:r>
              <a:rPr lang="en-US" altLang="ja-JP" sz="1000" b="0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Renesas microcontroller RH850 Family </a:t>
            </a:r>
            <a:r>
              <a:rPr lang="en-US" altLang="ja-JP" sz="1000" b="0" i="0" u="none" strike="noStrike" baseline="0" dirty="0">
                <a:solidFill>
                  <a:srgbClr val="4D4D4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Rev.1.40 Aug. 2023</a:t>
            </a:r>
          </a:p>
          <a:p>
            <a:pPr algn="l"/>
            <a:r>
              <a:rPr lang="en-US" altLang="ja-JP" sz="1000" b="1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22 I2C Bus Interface (RIIC)</a:t>
            </a:r>
          </a:p>
        </p:txBody>
      </p:sp>
    </p:spTree>
    <p:extLst>
      <p:ext uri="{BB962C8B-B14F-4D97-AF65-F5344CB8AC3E}">
        <p14:creationId xmlns:p14="http://schemas.microsoft.com/office/powerpoint/2010/main" val="395626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MCAL Interfaces 1/5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9486"/>
              </p:ext>
            </p:extLst>
          </p:nvPr>
        </p:nvGraphicFramePr>
        <p:xfrm>
          <a:off x="469900" y="822960"/>
          <a:ext cx="114173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nl-NL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U2      u2_g_GpI2cMaIfFrt(void)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Gpt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gpt_drv_frt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u1_g_GpI2cMaReqTRx</a:t>
                      </a:r>
                      <a:endParaRPr lang="ja-JP" altLang="en-US" sz="900" dirty="0"/>
                    </a:p>
                    <a:p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vd_g_GpI2cMaIfEnaCh(const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const U1 u1_a_PIN_ACT)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MCAL/Port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u1_g_GpI2cMaReqTRx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1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vd_g_GpI2cMaIfDisCh(const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MCAL/Port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fi-FI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vd_g_GpI2cMaInit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vd_g_GpI2cMaDeInit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78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38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MCAL Interfaces 2/5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216355"/>
              </p:ext>
            </p:extLst>
          </p:nvPr>
        </p:nvGraphicFramePr>
        <p:xfrm>
          <a:off x="469900" y="822960"/>
          <a:ext cx="11417300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vd_g_GpI2cMaIfResbyFrT(const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MCAL/Port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33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vd_g_GpI2cMaIfStaTRx(const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7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vd_g_GpI2cMaIfWriTx(const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const U1 * u1_ap_BYTE_TX)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06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vd_g_GpI2cMaIfReaRx(const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U1 * u1_ap_byte_rx)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98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5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MCAL Interfaces 3/5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1148"/>
              </p:ext>
            </p:extLst>
          </p:nvPr>
        </p:nvGraphicFramePr>
        <p:xfrm>
          <a:off x="469900" y="822960"/>
          <a:ext cx="114173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vd_g_GpI2cMaIfFinTRx(const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69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vd_g_GpI2cMaIfResp_Ack(const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33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vd_g_GpI2cMaIfRespNack(const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70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45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MCAL Interfaces 4/5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2046"/>
              </p:ext>
            </p:extLst>
          </p:nvPr>
        </p:nvGraphicFramePr>
        <p:xfrm>
          <a:off x="469900" y="822960"/>
          <a:ext cx="11417300" cy="535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vd_g_GpI2cMaIfIRQ_SeqEI(const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u1_g_GpI2cMaReqTRx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55666"/>
                  </a:ext>
                </a:extLst>
              </a:tr>
              <a:tr h="401736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vd_g_GpI2cMaIfIRQ_ReaEI(const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81679"/>
                  </a:ext>
                </a:extLst>
              </a:tr>
              <a:tr h="401736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vd_g_GpI2cMaIfIRQ_WriEI(const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077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vd_g_GpI2cMaIfIRQ_DI(const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49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pl-PL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U4      u4_g_GpI2cMaIfIRQst(const ST_GP_I2C_MA_CH * st_ap_CH, const U2 u2_a_SEQ)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7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489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- MCAL Interfaces 5/5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5386E93-4403-1FA4-33DB-71BE893B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84676"/>
              </p:ext>
            </p:extLst>
          </p:nvPr>
        </p:nvGraphicFramePr>
        <p:xfrm>
          <a:off x="469900" y="822960"/>
          <a:ext cx="1141730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1">
                  <a:extLst>
                    <a:ext uri="{9D8B030D-6E8A-4147-A177-3AD203B41FA5}">
                      <a16:colId xmlns:a16="http://schemas.microsoft.com/office/drawing/2014/main" val="2544785965"/>
                    </a:ext>
                  </a:extLst>
                </a:gridCol>
                <a:gridCol w="5877559">
                  <a:extLst>
                    <a:ext uri="{9D8B030D-6E8A-4147-A177-3AD203B41FA5}">
                      <a16:colId xmlns:a16="http://schemas.microsoft.com/office/drawing/2014/main" val="170356633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54658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060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Prototypes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Integrated from/to 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97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vd_g_GpI2cMaIfDmaTxAct(const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const U1 * u1p_a_PDU_TX, const U2 u2_a_NBYTE)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155666"/>
                  </a:ext>
                </a:extLst>
              </a:tr>
              <a:tr h="401736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   vd_g_GpI2cMaIfDmaRxAct(const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       U1 * u1p_a_pdu_rx, const U2 u2_a_NBYTE)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8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U4      u4_g_GpI2cMaIfDmaRxchk(const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MCAL/I2c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vd_g_GpI2cMaIRQDmaRx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49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gpi2c_ma_if.c/h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void    vd_g_GpI2cMaIfDmaDeAct(const ST_GP_I2C_MA_CH *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st_ap_CH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Provided</a:t>
                      </a:r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MCAL/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Dma</a:t>
                      </a: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To: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gpi2c_ma.c/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171450" marR="0" lvl="0" indent="-17145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u1_g_GpI2cMaReqTRx</a:t>
                      </a: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ja-JP" altLang="en-US" sz="900" dirty="0"/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7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196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Request/Acknowledgement Sequence 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FF58B18A-2352-DAB7-7913-7544610268B9}"/>
              </a:ext>
            </a:extLst>
          </p:cNvPr>
          <p:cNvGrpSpPr/>
          <p:nvPr/>
        </p:nvGrpSpPr>
        <p:grpSpPr>
          <a:xfrm>
            <a:off x="541474" y="941550"/>
            <a:ext cx="1120140" cy="4953000"/>
            <a:chOff x="1043940" y="944880"/>
            <a:chExt cx="1120140" cy="4953000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10A25C98-5E87-B5A4-A0C9-757297CDD18D}"/>
                </a:ext>
              </a:extLst>
            </p:cNvPr>
            <p:cNvSpPr/>
            <p:nvPr/>
          </p:nvSpPr>
          <p:spPr>
            <a:xfrm>
              <a:off x="1043940" y="944880"/>
              <a:ext cx="1120140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System/</a:t>
              </a:r>
            </a:p>
            <a:p>
              <a:pPr algn="ctr"/>
              <a:r>
                <a:rPr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AUTOSAR-OS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F45EFC5F-DD7C-17E0-490E-60AE7940AAC4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1604010" y="1360650"/>
              <a:ext cx="0" cy="453723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890B7F2-0E15-8496-485C-5253CB867E1D}"/>
              </a:ext>
            </a:extLst>
          </p:cNvPr>
          <p:cNvGrpSpPr/>
          <p:nvPr/>
        </p:nvGrpSpPr>
        <p:grpSpPr>
          <a:xfrm>
            <a:off x="2511815" y="941550"/>
            <a:ext cx="1120140" cy="4956330"/>
            <a:chOff x="2788920" y="941550"/>
            <a:chExt cx="1120140" cy="495633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E8A02B7-90A1-3074-5176-95A798F55F6E}"/>
                </a:ext>
              </a:extLst>
            </p:cNvPr>
            <p:cNvSpPr/>
            <p:nvPr/>
          </p:nvSpPr>
          <p:spPr>
            <a:xfrm>
              <a:off x="2788920" y="941550"/>
              <a:ext cx="1120140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Application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53087DBE-72FF-9693-42EB-E378B47C9C0D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348990" y="1357320"/>
              <a:ext cx="0" cy="454056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C48C9CE-B18C-09C2-6352-94F8F3658EC2}"/>
              </a:ext>
            </a:extLst>
          </p:cNvPr>
          <p:cNvGrpSpPr/>
          <p:nvPr/>
        </p:nvGrpSpPr>
        <p:grpSpPr>
          <a:xfrm>
            <a:off x="4482156" y="941550"/>
            <a:ext cx="1120140" cy="4956330"/>
            <a:chOff x="4533900" y="941550"/>
            <a:chExt cx="1120140" cy="495633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011DFD7-A956-1114-F596-CBE05E2663BA}"/>
                </a:ext>
              </a:extLst>
            </p:cNvPr>
            <p:cNvSpPr/>
            <p:nvPr/>
          </p:nvSpPr>
          <p:spPr>
            <a:xfrm>
              <a:off x="4533900" y="941550"/>
              <a:ext cx="1120140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GpI2c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C0E0A68E-CE29-2E7D-CA5B-7DEEB8EEDC6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5093970" y="1357320"/>
              <a:ext cx="0" cy="454056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80729CA-1A60-5861-571E-D5CAD06AD9B6}"/>
              </a:ext>
            </a:extLst>
          </p:cNvPr>
          <p:cNvGrpSpPr/>
          <p:nvPr/>
        </p:nvGrpSpPr>
        <p:grpSpPr>
          <a:xfrm>
            <a:off x="10393181" y="941550"/>
            <a:ext cx="1120140" cy="4956330"/>
            <a:chOff x="6278880" y="941550"/>
            <a:chExt cx="1120140" cy="495633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7028BA5-A4C6-4873-6E27-692822688FEA}"/>
                </a:ext>
              </a:extLst>
            </p:cNvPr>
            <p:cNvSpPr/>
            <p:nvPr/>
          </p:nvSpPr>
          <p:spPr>
            <a:xfrm>
              <a:off x="6278880" y="941550"/>
              <a:ext cx="1120140" cy="41577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RIIC</a:t>
              </a:r>
              <a:endParaRPr kumimoji="1" lang="ja-JP" altLang="en-US" sz="10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C55711EB-5578-A374-B291-9A629865E054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6838950" y="1357320"/>
              <a:ext cx="0" cy="454056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B57D39E-41DC-7E8C-35C6-2428F7E70986}"/>
              </a:ext>
            </a:extLst>
          </p:cNvPr>
          <p:cNvGrpSpPr/>
          <p:nvPr/>
        </p:nvGrpSpPr>
        <p:grpSpPr>
          <a:xfrm>
            <a:off x="8422838" y="941550"/>
            <a:ext cx="1120140" cy="4956330"/>
            <a:chOff x="7772400" y="964410"/>
            <a:chExt cx="1120140" cy="495633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693D00A-482D-612A-E9FE-DF7C397D8923}"/>
                </a:ext>
              </a:extLst>
            </p:cNvPr>
            <p:cNvSpPr/>
            <p:nvPr/>
          </p:nvSpPr>
          <p:spPr>
            <a:xfrm>
              <a:off x="7772400" y="964410"/>
              <a:ext cx="1120140" cy="41577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Interrupt</a:t>
              </a:r>
            </a:p>
            <a:p>
              <a:pPr algn="ctr"/>
              <a:r>
                <a:rPr lang="en-US" altLang="ja-JP" sz="1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Controller</a:t>
              </a:r>
              <a:endParaRPr kumimoji="1" lang="ja-JP" altLang="en-US" sz="10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21D38224-B3A7-BC29-47C8-4FF39A4DC2FF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8332470" y="1380180"/>
              <a:ext cx="0" cy="454056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4731768-7B45-6BCE-5F1A-BD404A6F1A70}"/>
              </a:ext>
            </a:extLst>
          </p:cNvPr>
          <p:cNvCxnSpPr>
            <a:cxnSpLocks/>
          </p:cNvCxnSpPr>
          <p:nvPr/>
        </p:nvCxnSpPr>
        <p:spPr>
          <a:xfrm>
            <a:off x="1101544" y="1783080"/>
            <a:ext cx="380947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DEF9D72-6425-4196-89D5-316907FA525C}"/>
              </a:ext>
            </a:extLst>
          </p:cNvPr>
          <p:cNvSpPr txBox="1"/>
          <p:nvPr/>
        </p:nvSpPr>
        <p:spPr>
          <a:xfrm>
            <a:off x="3618997" y="1554083"/>
            <a:ext cx="13030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fi-FI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vd_g_GpI2cMaInit</a:t>
            </a:r>
            <a:endParaRPr lang="ja-JP" altLang="en-US" sz="900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EC88A675-C874-E34B-8C9B-9AAA35B9BF3B}"/>
              </a:ext>
            </a:extLst>
          </p:cNvPr>
          <p:cNvCxnSpPr>
            <a:cxnSpLocks/>
          </p:cNvCxnSpPr>
          <p:nvPr/>
        </p:nvCxnSpPr>
        <p:spPr>
          <a:xfrm>
            <a:off x="1101544" y="2590800"/>
            <a:ext cx="37953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2EF4173B-B714-641D-A315-1258604F9DE9}"/>
              </a:ext>
            </a:extLst>
          </p:cNvPr>
          <p:cNvCxnSpPr>
            <a:cxnSpLocks/>
          </p:cNvCxnSpPr>
          <p:nvPr/>
        </p:nvCxnSpPr>
        <p:spPr>
          <a:xfrm>
            <a:off x="1101544" y="4975754"/>
            <a:ext cx="381573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41BBE4F-3A62-FC06-95B4-7B82A1CADBEA}"/>
              </a:ext>
            </a:extLst>
          </p:cNvPr>
          <p:cNvCxnSpPr>
            <a:cxnSpLocks/>
          </p:cNvCxnSpPr>
          <p:nvPr/>
        </p:nvCxnSpPr>
        <p:spPr>
          <a:xfrm>
            <a:off x="1101544" y="3107619"/>
            <a:ext cx="183880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398253EC-8708-D7F9-1986-F8159856563E}"/>
              </a:ext>
            </a:extLst>
          </p:cNvPr>
          <p:cNvSpPr txBox="1"/>
          <p:nvPr/>
        </p:nvSpPr>
        <p:spPr>
          <a:xfrm>
            <a:off x="1324909" y="2881322"/>
            <a:ext cx="1585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vd_g</a:t>
            </a:r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_[App]</a:t>
            </a:r>
            <a:r>
              <a:rPr kumimoji="1"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MainTask</a:t>
            </a:r>
            <a:endParaRPr lang="ja-JP" altLang="en-US" sz="900" dirty="0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221C36A-4403-3646-DCA1-892EB08BE0EC}"/>
              </a:ext>
            </a:extLst>
          </p:cNvPr>
          <p:cNvCxnSpPr>
            <a:cxnSpLocks/>
          </p:cNvCxnSpPr>
          <p:nvPr/>
        </p:nvCxnSpPr>
        <p:spPr>
          <a:xfrm>
            <a:off x="3190091" y="3223260"/>
            <a:ext cx="185213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BBCEDDA2-A24D-90A4-7B34-A6EA681B8C3C}"/>
              </a:ext>
            </a:extLst>
          </p:cNvPr>
          <p:cNvSpPr txBox="1"/>
          <p:nvPr/>
        </p:nvSpPr>
        <p:spPr>
          <a:xfrm>
            <a:off x="3336581" y="3016685"/>
            <a:ext cx="1585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u1_g_GpI2cMaReqTRx</a:t>
            </a:r>
            <a:endParaRPr lang="ja-JP" altLang="en-US" sz="900" dirty="0"/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DE0CA73B-27CF-5E54-A644-E4A88A0FA928}"/>
              </a:ext>
            </a:extLst>
          </p:cNvPr>
          <p:cNvCxnSpPr>
            <a:cxnSpLocks/>
          </p:cNvCxnSpPr>
          <p:nvPr/>
        </p:nvCxnSpPr>
        <p:spPr>
          <a:xfrm>
            <a:off x="3071551" y="3331084"/>
            <a:ext cx="197067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94915570-921A-6530-98FF-2D07F20B261E}"/>
              </a:ext>
            </a:extLst>
          </p:cNvPr>
          <p:cNvCxnSpPr>
            <a:cxnSpLocks/>
          </p:cNvCxnSpPr>
          <p:nvPr/>
        </p:nvCxnSpPr>
        <p:spPr>
          <a:xfrm>
            <a:off x="3190091" y="3275415"/>
            <a:ext cx="185213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7631A034-0D6A-51A9-488A-EC929F3B0EC0}"/>
              </a:ext>
            </a:extLst>
          </p:cNvPr>
          <p:cNvGrpSpPr/>
          <p:nvPr/>
        </p:nvGrpSpPr>
        <p:grpSpPr>
          <a:xfrm>
            <a:off x="6452497" y="941550"/>
            <a:ext cx="1120140" cy="4956330"/>
            <a:chOff x="4533900" y="941550"/>
            <a:chExt cx="1120140" cy="495633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AB99111F-77DD-AF28-5863-243ADEE8726E}"/>
                </a:ext>
              </a:extLst>
            </p:cNvPr>
            <p:cNvSpPr/>
            <p:nvPr/>
          </p:nvSpPr>
          <p:spPr>
            <a:xfrm>
              <a:off x="4533900" y="941550"/>
              <a:ext cx="1120140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MCAL/I2c</a:t>
              </a:r>
              <a:endPara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C7CA1AB6-7338-5E11-6CC0-6D8ACF6212FD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>
              <a:off x="5093970" y="1357320"/>
              <a:ext cx="0" cy="454056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0EB87731-455D-D5C6-1636-A853FD41F462}"/>
              </a:ext>
            </a:extLst>
          </p:cNvPr>
          <p:cNvCxnSpPr>
            <a:cxnSpLocks/>
          </p:cNvCxnSpPr>
          <p:nvPr/>
        </p:nvCxnSpPr>
        <p:spPr>
          <a:xfrm>
            <a:off x="5042224" y="3223260"/>
            <a:ext cx="197034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BCA15DB-31E3-8009-CFC1-F9EC081795C5}"/>
              </a:ext>
            </a:extLst>
          </p:cNvPr>
          <p:cNvSpPr txBox="1"/>
          <p:nvPr/>
        </p:nvSpPr>
        <p:spPr>
          <a:xfrm>
            <a:off x="3336581" y="4741559"/>
            <a:ext cx="1585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vd_g_GpI2cMaMainTask</a:t>
            </a:r>
            <a:endParaRPr lang="ja-JP" altLang="en-US" sz="9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68E7921-C70F-0413-0FE4-9239BE0DFF73}"/>
              </a:ext>
            </a:extLst>
          </p:cNvPr>
          <p:cNvSpPr txBox="1"/>
          <p:nvPr/>
        </p:nvSpPr>
        <p:spPr>
          <a:xfrm>
            <a:off x="5154774" y="2856136"/>
            <a:ext cx="1815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vd_g_GpI2cMaIfStaTRx/</a:t>
            </a:r>
          </a:p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vd_g_GpI2cMaIfStaTRx</a:t>
            </a:r>
          </a:p>
        </p:txBody>
      </p: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E7EE9455-0CCA-7C03-687A-DBB1EF4D3557}"/>
              </a:ext>
            </a:extLst>
          </p:cNvPr>
          <p:cNvCxnSpPr>
            <a:cxnSpLocks/>
          </p:cNvCxnSpPr>
          <p:nvPr/>
        </p:nvCxnSpPr>
        <p:spPr>
          <a:xfrm>
            <a:off x="5173430" y="2733601"/>
            <a:ext cx="1839137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1EE159E-C4A8-63EF-821B-70A930D73C5F}"/>
              </a:ext>
            </a:extLst>
          </p:cNvPr>
          <p:cNvSpPr txBox="1"/>
          <p:nvPr/>
        </p:nvSpPr>
        <p:spPr>
          <a:xfrm>
            <a:off x="5384780" y="2367702"/>
            <a:ext cx="1585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vd_g_GpI2cMaIfEnaCh/vd_g_I2cStart</a:t>
            </a:r>
            <a:endParaRPr lang="ja-JP" altLang="en-US" sz="900" dirty="0"/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9A4798DE-9418-903A-AED0-6E4E796DBE62}"/>
              </a:ext>
            </a:extLst>
          </p:cNvPr>
          <p:cNvCxnSpPr>
            <a:cxnSpLocks/>
          </p:cNvCxnSpPr>
          <p:nvPr/>
        </p:nvCxnSpPr>
        <p:spPr>
          <a:xfrm>
            <a:off x="7012567" y="3223260"/>
            <a:ext cx="3827102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9E0CAFB5-0863-E3F0-E9DC-37F488F4F822}"/>
              </a:ext>
            </a:extLst>
          </p:cNvPr>
          <p:cNvSpPr txBox="1"/>
          <p:nvPr/>
        </p:nvSpPr>
        <p:spPr>
          <a:xfrm>
            <a:off x="3336581" y="2365271"/>
            <a:ext cx="1585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vd_g_GpI2cMaMainTask</a:t>
            </a:r>
            <a:endParaRPr lang="ja-JP" altLang="en-US" sz="900" dirty="0"/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037DD2BE-700D-862A-1079-0BE18F4A668D}"/>
              </a:ext>
            </a:extLst>
          </p:cNvPr>
          <p:cNvCxnSpPr>
            <a:cxnSpLocks/>
          </p:cNvCxnSpPr>
          <p:nvPr/>
        </p:nvCxnSpPr>
        <p:spPr>
          <a:xfrm flipH="1" flipV="1">
            <a:off x="8982908" y="3415627"/>
            <a:ext cx="197067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12817DA-D882-509E-F45C-ADEB981B94A4}"/>
              </a:ext>
            </a:extLst>
          </p:cNvPr>
          <p:cNvCxnSpPr>
            <a:cxnSpLocks/>
          </p:cNvCxnSpPr>
          <p:nvPr/>
        </p:nvCxnSpPr>
        <p:spPr>
          <a:xfrm flipH="1">
            <a:off x="1101542" y="3415627"/>
            <a:ext cx="788136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0B63B2AA-F395-BB5D-3BEE-0279E85773C3}"/>
              </a:ext>
            </a:extLst>
          </p:cNvPr>
          <p:cNvCxnSpPr>
            <a:cxnSpLocks/>
          </p:cNvCxnSpPr>
          <p:nvPr/>
        </p:nvCxnSpPr>
        <p:spPr>
          <a:xfrm>
            <a:off x="1101542" y="3456409"/>
            <a:ext cx="37953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BAE17D26-C2B1-DD48-E93A-6C97631A663C}"/>
              </a:ext>
            </a:extLst>
          </p:cNvPr>
          <p:cNvSpPr/>
          <p:nvPr/>
        </p:nvSpPr>
        <p:spPr>
          <a:xfrm>
            <a:off x="4911019" y="3450430"/>
            <a:ext cx="262411" cy="574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21A3818C-622D-0E00-1EF9-DC4940A7ABD0}"/>
              </a:ext>
            </a:extLst>
          </p:cNvPr>
          <p:cNvCxnSpPr>
            <a:cxnSpLocks/>
          </p:cNvCxnSpPr>
          <p:nvPr/>
        </p:nvCxnSpPr>
        <p:spPr>
          <a:xfrm>
            <a:off x="5173430" y="3482710"/>
            <a:ext cx="1839137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430701C6-8FC4-4318-F51C-D1778B4809F3}"/>
              </a:ext>
            </a:extLst>
          </p:cNvPr>
          <p:cNvCxnSpPr>
            <a:cxnSpLocks/>
          </p:cNvCxnSpPr>
          <p:nvPr/>
        </p:nvCxnSpPr>
        <p:spPr>
          <a:xfrm>
            <a:off x="7012567" y="3482710"/>
            <a:ext cx="382710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6DCE989A-ED2B-DD09-E6F1-4DA769541E21}"/>
              </a:ext>
            </a:extLst>
          </p:cNvPr>
          <p:cNvSpPr txBox="1"/>
          <p:nvPr/>
        </p:nvSpPr>
        <p:spPr>
          <a:xfrm>
            <a:off x="4809577" y="3903708"/>
            <a:ext cx="1585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vd_g_GpI2cMaIRQTRx</a:t>
            </a:r>
            <a:endParaRPr lang="ja-JP" altLang="en-US" sz="900" dirty="0"/>
          </a:p>
        </p:txBody>
      </p:sp>
      <p:grpSp>
        <p:nvGrpSpPr>
          <p:cNvPr id="113" name="グループ化 112">
            <a:extLst>
              <a:ext uri="{FF2B5EF4-FFF2-40B4-BE49-F238E27FC236}">
                <a16:creationId xmlns:a16="http://schemas.microsoft.com/office/drawing/2014/main" id="{69FA7172-998B-8E8D-CD89-10FE9DFE4566}"/>
              </a:ext>
            </a:extLst>
          </p:cNvPr>
          <p:cNvGrpSpPr/>
          <p:nvPr/>
        </p:nvGrpSpPr>
        <p:grpSpPr>
          <a:xfrm>
            <a:off x="1101542" y="3548005"/>
            <a:ext cx="9852039" cy="92285"/>
            <a:chOff x="1528761" y="3449178"/>
            <a:chExt cx="9852039" cy="92285"/>
          </a:xfrm>
        </p:grpSpPr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D37F95BA-AE95-662D-3087-45E12A7F85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0127" y="3449178"/>
              <a:ext cx="197067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矢印コネクタ 114">
              <a:extLst>
                <a:ext uri="{FF2B5EF4-FFF2-40B4-BE49-F238E27FC236}">
                  <a16:creationId xmlns:a16="http://schemas.microsoft.com/office/drawing/2014/main" id="{8401BD78-D386-54E4-EEA8-3CE2423C9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8761" y="3449178"/>
              <a:ext cx="78813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矢印コネクタ 115">
              <a:extLst>
                <a:ext uri="{FF2B5EF4-FFF2-40B4-BE49-F238E27FC236}">
                  <a16:creationId xmlns:a16="http://schemas.microsoft.com/office/drawing/2014/main" id="{4621F650-94CF-532E-33D2-7D90DF326FC8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1" y="3489960"/>
              <a:ext cx="3795378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BFFD9ECB-2220-89E1-401F-F8A670DEF864}"/>
                </a:ext>
              </a:extLst>
            </p:cNvPr>
            <p:cNvSpPr/>
            <p:nvPr/>
          </p:nvSpPr>
          <p:spPr>
            <a:xfrm>
              <a:off x="5338238" y="3483981"/>
              <a:ext cx="262411" cy="5748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8" name="直線矢印コネクタ 117">
              <a:extLst>
                <a:ext uri="{FF2B5EF4-FFF2-40B4-BE49-F238E27FC236}">
                  <a16:creationId xmlns:a16="http://schemas.microsoft.com/office/drawing/2014/main" id="{AABF79AE-0F42-59FA-B4A7-AF70E7F5AB72}"/>
                </a:ext>
              </a:extLst>
            </p:cNvPr>
            <p:cNvCxnSpPr>
              <a:cxnSpLocks/>
            </p:cNvCxnSpPr>
            <p:nvPr/>
          </p:nvCxnSpPr>
          <p:spPr>
            <a:xfrm>
              <a:off x="5600649" y="3516261"/>
              <a:ext cx="183913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矢印コネクタ 118">
              <a:extLst>
                <a:ext uri="{FF2B5EF4-FFF2-40B4-BE49-F238E27FC236}">
                  <a16:creationId xmlns:a16="http://schemas.microsoft.com/office/drawing/2014/main" id="{DF193E4A-F235-24B3-0639-3E03C07D5D29}"/>
                </a:ext>
              </a:extLst>
            </p:cNvPr>
            <p:cNvCxnSpPr>
              <a:cxnSpLocks/>
            </p:cNvCxnSpPr>
            <p:nvPr/>
          </p:nvCxnSpPr>
          <p:spPr>
            <a:xfrm>
              <a:off x="7439786" y="3516261"/>
              <a:ext cx="3827102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0168E17A-BE09-9745-A4EA-AA066C7C9D8D}"/>
              </a:ext>
            </a:extLst>
          </p:cNvPr>
          <p:cNvGrpSpPr/>
          <p:nvPr/>
        </p:nvGrpSpPr>
        <p:grpSpPr>
          <a:xfrm>
            <a:off x="1101542" y="3680383"/>
            <a:ext cx="9852039" cy="92285"/>
            <a:chOff x="1528761" y="3449178"/>
            <a:chExt cx="9852039" cy="92285"/>
          </a:xfrm>
        </p:grpSpPr>
        <p:cxnSp>
          <p:nvCxnSpPr>
            <p:cNvPr id="121" name="直線矢印コネクタ 120">
              <a:extLst>
                <a:ext uri="{FF2B5EF4-FFF2-40B4-BE49-F238E27FC236}">
                  <a16:creationId xmlns:a16="http://schemas.microsoft.com/office/drawing/2014/main" id="{9C97BD07-F19A-BB1F-A7B2-47EEE3EF9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0127" y="3449178"/>
              <a:ext cx="197067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矢印コネクタ 121">
              <a:extLst>
                <a:ext uri="{FF2B5EF4-FFF2-40B4-BE49-F238E27FC236}">
                  <a16:creationId xmlns:a16="http://schemas.microsoft.com/office/drawing/2014/main" id="{173D36E0-65C7-0B05-877D-701B5D36AA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8761" y="3449178"/>
              <a:ext cx="78813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矢印コネクタ 122">
              <a:extLst>
                <a:ext uri="{FF2B5EF4-FFF2-40B4-BE49-F238E27FC236}">
                  <a16:creationId xmlns:a16="http://schemas.microsoft.com/office/drawing/2014/main" id="{3EF2F746-EC4F-1D95-8F84-6891223C9364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1" y="3489960"/>
              <a:ext cx="3795378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FCDA34D1-45E1-AE45-1473-4A53C775AADC}"/>
                </a:ext>
              </a:extLst>
            </p:cNvPr>
            <p:cNvSpPr/>
            <p:nvPr/>
          </p:nvSpPr>
          <p:spPr>
            <a:xfrm>
              <a:off x="5338238" y="3483981"/>
              <a:ext cx="262411" cy="5748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993A8873-7939-5605-3107-BE4DC47DFB09}"/>
                </a:ext>
              </a:extLst>
            </p:cNvPr>
            <p:cNvCxnSpPr>
              <a:cxnSpLocks/>
            </p:cNvCxnSpPr>
            <p:nvPr/>
          </p:nvCxnSpPr>
          <p:spPr>
            <a:xfrm>
              <a:off x="5600649" y="3516261"/>
              <a:ext cx="183913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CC45209C-B556-8773-529A-669FE1B1DC7D}"/>
                </a:ext>
              </a:extLst>
            </p:cNvPr>
            <p:cNvCxnSpPr>
              <a:cxnSpLocks/>
            </p:cNvCxnSpPr>
            <p:nvPr/>
          </p:nvCxnSpPr>
          <p:spPr>
            <a:xfrm>
              <a:off x="7439786" y="3516261"/>
              <a:ext cx="3827102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969F9E68-AE64-F9CE-C36B-950341DDD83C}"/>
              </a:ext>
            </a:extLst>
          </p:cNvPr>
          <p:cNvGrpSpPr/>
          <p:nvPr/>
        </p:nvGrpSpPr>
        <p:grpSpPr>
          <a:xfrm>
            <a:off x="1101542" y="3812763"/>
            <a:ext cx="9852039" cy="92285"/>
            <a:chOff x="1528761" y="3449178"/>
            <a:chExt cx="9852039" cy="92285"/>
          </a:xfrm>
        </p:grpSpPr>
        <p:cxnSp>
          <p:nvCxnSpPr>
            <p:cNvPr id="128" name="直線矢印コネクタ 127">
              <a:extLst>
                <a:ext uri="{FF2B5EF4-FFF2-40B4-BE49-F238E27FC236}">
                  <a16:creationId xmlns:a16="http://schemas.microsoft.com/office/drawing/2014/main" id="{C625769B-AED4-5F69-41D1-F96181A7F7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0127" y="3449178"/>
              <a:ext cx="197067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矢印コネクタ 128">
              <a:extLst>
                <a:ext uri="{FF2B5EF4-FFF2-40B4-BE49-F238E27FC236}">
                  <a16:creationId xmlns:a16="http://schemas.microsoft.com/office/drawing/2014/main" id="{7108D4F6-A106-3475-9B9C-36B77DA6A3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8761" y="3449178"/>
              <a:ext cx="78813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矢印コネクタ 129">
              <a:extLst>
                <a:ext uri="{FF2B5EF4-FFF2-40B4-BE49-F238E27FC236}">
                  <a16:creationId xmlns:a16="http://schemas.microsoft.com/office/drawing/2014/main" id="{F3517671-D723-D593-1CD3-84888BE19FCE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1" y="3489960"/>
              <a:ext cx="3795378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239EAA15-B41A-58C2-7D50-41E5042FB075}"/>
                </a:ext>
              </a:extLst>
            </p:cNvPr>
            <p:cNvSpPr/>
            <p:nvPr/>
          </p:nvSpPr>
          <p:spPr>
            <a:xfrm>
              <a:off x="5338238" y="3483981"/>
              <a:ext cx="262411" cy="5748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2" name="直線矢印コネクタ 131">
              <a:extLst>
                <a:ext uri="{FF2B5EF4-FFF2-40B4-BE49-F238E27FC236}">
                  <a16:creationId xmlns:a16="http://schemas.microsoft.com/office/drawing/2014/main" id="{FFAB845F-1EA9-C932-A20B-27C96858CE6A}"/>
                </a:ext>
              </a:extLst>
            </p:cNvPr>
            <p:cNvCxnSpPr>
              <a:cxnSpLocks/>
            </p:cNvCxnSpPr>
            <p:nvPr/>
          </p:nvCxnSpPr>
          <p:spPr>
            <a:xfrm>
              <a:off x="5600649" y="3516261"/>
              <a:ext cx="183913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DA1FFA31-E76B-EE95-C754-4447758AEA83}"/>
                </a:ext>
              </a:extLst>
            </p:cNvPr>
            <p:cNvCxnSpPr>
              <a:cxnSpLocks/>
            </p:cNvCxnSpPr>
            <p:nvPr/>
          </p:nvCxnSpPr>
          <p:spPr>
            <a:xfrm>
              <a:off x="7439786" y="3516261"/>
              <a:ext cx="3827102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757D2CB9-88DF-5D37-647F-826E899E1372}"/>
              </a:ext>
            </a:extLst>
          </p:cNvPr>
          <p:cNvCxnSpPr>
            <a:cxnSpLocks/>
          </p:cNvCxnSpPr>
          <p:nvPr/>
        </p:nvCxnSpPr>
        <p:spPr>
          <a:xfrm flipH="1" flipV="1">
            <a:off x="4907840" y="3919839"/>
            <a:ext cx="89590" cy="85127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A7D251AE-6E45-9B08-BE15-B7AB3A6A7635}"/>
              </a:ext>
            </a:extLst>
          </p:cNvPr>
          <p:cNvCxnSpPr>
            <a:cxnSpLocks/>
          </p:cNvCxnSpPr>
          <p:nvPr/>
        </p:nvCxnSpPr>
        <p:spPr>
          <a:xfrm flipH="1">
            <a:off x="3071551" y="5231370"/>
            <a:ext cx="185566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46C7F07D-568D-9C6A-FBF8-7B866D8B7C27}"/>
              </a:ext>
            </a:extLst>
          </p:cNvPr>
          <p:cNvSpPr txBox="1"/>
          <p:nvPr/>
        </p:nvSpPr>
        <p:spPr>
          <a:xfrm>
            <a:off x="2460695" y="5004566"/>
            <a:ext cx="24613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st_gp_GP_I2C_MA_SLA[].</a:t>
            </a:r>
            <a:r>
              <a:rPr kumimoji="1"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fp_vd_ACK</a:t>
            </a:r>
            <a:endParaRPr lang="ja-JP" altLang="en-US" sz="9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11469D9-8670-4716-60DA-948233F0E4F6}"/>
              </a:ext>
            </a:extLst>
          </p:cNvPr>
          <p:cNvSpPr/>
          <p:nvPr/>
        </p:nvSpPr>
        <p:spPr>
          <a:xfrm>
            <a:off x="4911019" y="1776179"/>
            <a:ext cx="262411" cy="28636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8E4166A-279B-DBA6-A041-A39302E6FC3F}"/>
              </a:ext>
            </a:extLst>
          </p:cNvPr>
          <p:cNvSpPr/>
          <p:nvPr/>
        </p:nvSpPr>
        <p:spPr>
          <a:xfrm>
            <a:off x="4911019" y="2590417"/>
            <a:ext cx="262411" cy="28636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BBDD379-BE3B-61FD-A03C-7C2848707BB5}"/>
              </a:ext>
            </a:extLst>
          </p:cNvPr>
          <p:cNvSpPr/>
          <p:nvPr/>
        </p:nvSpPr>
        <p:spPr>
          <a:xfrm>
            <a:off x="2940346" y="3113844"/>
            <a:ext cx="262411" cy="25096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6" name="グループ化 145">
            <a:extLst>
              <a:ext uri="{FF2B5EF4-FFF2-40B4-BE49-F238E27FC236}">
                <a16:creationId xmlns:a16="http://schemas.microsoft.com/office/drawing/2014/main" id="{1BFDA640-6AE7-2696-1885-29C2B26AA2E0}"/>
              </a:ext>
            </a:extLst>
          </p:cNvPr>
          <p:cNvGrpSpPr/>
          <p:nvPr/>
        </p:nvGrpSpPr>
        <p:grpSpPr>
          <a:xfrm>
            <a:off x="1105893" y="4200302"/>
            <a:ext cx="9852039" cy="92285"/>
            <a:chOff x="1528761" y="3449178"/>
            <a:chExt cx="9852039" cy="92285"/>
          </a:xfrm>
        </p:grpSpPr>
        <p:cxnSp>
          <p:nvCxnSpPr>
            <p:cNvPr id="147" name="直線矢印コネクタ 146">
              <a:extLst>
                <a:ext uri="{FF2B5EF4-FFF2-40B4-BE49-F238E27FC236}">
                  <a16:creationId xmlns:a16="http://schemas.microsoft.com/office/drawing/2014/main" id="{A42EDA84-E19C-963F-22D3-6D38BB29CF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0127" y="3449178"/>
              <a:ext cx="197067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矢印コネクタ 147">
              <a:extLst>
                <a:ext uri="{FF2B5EF4-FFF2-40B4-BE49-F238E27FC236}">
                  <a16:creationId xmlns:a16="http://schemas.microsoft.com/office/drawing/2014/main" id="{D2A7E2BC-682C-AB95-E865-EACEEE2DC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8761" y="3449178"/>
              <a:ext cx="78813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矢印コネクタ 148">
              <a:extLst>
                <a:ext uri="{FF2B5EF4-FFF2-40B4-BE49-F238E27FC236}">
                  <a16:creationId xmlns:a16="http://schemas.microsoft.com/office/drawing/2014/main" id="{80088E43-31E2-EEC2-DA5F-20ABEFBA307B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1" y="3489960"/>
              <a:ext cx="3795378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FEC7064C-FDA8-6CFA-6422-BEB553FDB99F}"/>
                </a:ext>
              </a:extLst>
            </p:cNvPr>
            <p:cNvSpPr/>
            <p:nvPr/>
          </p:nvSpPr>
          <p:spPr>
            <a:xfrm>
              <a:off x="5338238" y="3483981"/>
              <a:ext cx="262411" cy="5748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1" name="直線矢印コネクタ 150">
              <a:extLst>
                <a:ext uri="{FF2B5EF4-FFF2-40B4-BE49-F238E27FC236}">
                  <a16:creationId xmlns:a16="http://schemas.microsoft.com/office/drawing/2014/main" id="{2D69E8A8-553C-0C39-B325-493107366394}"/>
                </a:ext>
              </a:extLst>
            </p:cNvPr>
            <p:cNvCxnSpPr>
              <a:cxnSpLocks/>
            </p:cNvCxnSpPr>
            <p:nvPr/>
          </p:nvCxnSpPr>
          <p:spPr>
            <a:xfrm>
              <a:off x="5600649" y="3516261"/>
              <a:ext cx="183913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矢印コネクタ 151">
              <a:extLst>
                <a:ext uri="{FF2B5EF4-FFF2-40B4-BE49-F238E27FC236}">
                  <a16:creationId xmlns:a16="http://schemas.microsoft.com/office/drawing/2014/main" id="{853D6144-290F-F248-E64F-855BFBAE7163}"/>
                </a:ext>
              </a:extLst>
            </p:cNvPr>
            <p:cNvCxnSpPr>
              <a:cxnSpLocks/>
            </p:cNvCxnSpPr>
            <p:nvPr/>
          </p:nvCxnSpPr>
          <p:spPr>
            <a:xfrm>
              <a:off x="7439786" y="3516261"/>
              <a:ext cx="196598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792D781-ED16-B62B-69A2-0F8C098574FA}"/>
              </a:ext>
            </a:extLst>
          </p:cNvPr>
          <p:cNvSpPr/>
          <p:nvPr/>
        </p:nvSpPr>
        <p:spPr>
          <a:xfrm>
            <a:off x="10839669" y="3223262"/>
            <a:ext cx="262411" cy="97352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504E5B4-B67E-6386-A301-FDA3E55C882F}"/>
              </a:ext>
            </a:extLst>
          </p:cNvPr>
          <p:cNvSpPr/>
          <p:nvPr/>
        </p:nvSpPr>
        <p:spPr>
          <a:xfrm>
            <a:off x="4917282" y="4969730"/>
            <a:ext cx="262411" cy="28636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A958CA9F-FF8A-104C-E3BC-BE23AD352BF7}"/>
              </a:ext>
            </a:extLst>
          </p:cNvPr>
          <p:cNvCxnSpPr>
            <a:cxnSpLocks/>
          </p:cNvCxnSpPr>
          <p:nvPr/>
        </p:nvCxnSpPr>
        <p:spPr>
          <a:xfrm>
            <a:off x="7880759" y="3943299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38F13BD5-6632-2D7D-2FCF-144E3B48B682}"/>
              </a:ext>
            </a:extLst>
          </p:cNvPr>
          <p:cNvCxnSpPr>
            <a:cxnSpLocks/>
          </p:cNvCxnSpPr>
          <p:nvPr/>
        </p:nvCxnSpPr>
        <p:spPr>
          <a:xfrm>
            <a:off x="9879377" y="3943299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A485763D-9D79-B122-6130-0370867467D6}"/>
              </a:ext>
            </a:extLst>
          </p:cNvPr>
          <p:cNvCxnSpPr>
            <a:cxnSpLocks/>
          </p:cNvCxnSpPr>
          <p:nvPr/>
        </p:nvCxnSpPr>
        <p:spPr>
          <a:xfrm>
            <a:off x="4031572" y="3943299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7AC16B38-05CB-2D70-F4AC-1D3FE40A3231}"/>
              </a:ext>
            </a:extLst>
          </p:cNvPr>
          <p:cNvCxnSpPr>
            <a:cxnSpLocks/>
          </p:cNvCxnSpPr>
          <p:nvPr/>
        </p:nvCxnSpPr>
        <p:spPr>
          <a:xfrm>
            <a:off x="2050370" y="3943299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グループ化 181">
            <a:extLst>
              <a:ext uri="{FF2B5EF4-FFF2-40B4-BE49-F238E27FC236}">
                <a16:creationId xmlns:a16="http://schemas.microsoft.com/office/drawing/2014/main" id="{50AD3A4D-2A8D-6D78-03E4-B18F3EABB98F}"/>
              </a:ext>
            </a:extLst>
          </p:cNvPr>
          <p:cNvGrpSpPr/>
          <p:nvPr/>
        </p:nvGrpSpPr>
        <p:grpSpPr>
          <a:xfrm>
            <a:off x="7782705" y="4918995"/>
            <a:ext cx="2683581" cy="624750"/>
            <a:chOff x="7842665" y="5919732"/>
            <a:chExt cx="2683581" cy="624750"/>
          </a:xfrm>
        </p:grpSpPr>
        <p:grpSp>
          <p:nvGrpSpPr>
            <p:cNvPr id="169" name="グループ化 168">
              <a:extLst>
                <a:ext uri="{FF2B5EF4-FFF2-40B4-BE49-F238E27FC236}">
                  <a16:creationId xmlns:a16="http://schemas.microsoft.com/office/drawing/2014/main" id="{EC4A246E-5BC2-A8C0-9D21-B0A09F2FAB79}"/>
                </a:ext>
              </a:extLst>
            </p:cNvPr>
            <p:cNvGrpSpPr/>
            <p:nvPr/>
          </p:nvGrpSpPr>
          <p:grpSpPr>
            <a:xfrm>
              <a:off x="7842665" y="5919732"/>
              <a:ext cx="2683581" cy="230832"/>
              <a:chOff x="7842665" y="5657233"/>
              <a:chExt cx="2683581" cy="230832"/>
            </a:xfrm>
            <a:solidFill>
              <a:schemeClr val="bg1"/>
            </a:solidFill>
          </p:grpSpPr>
          <p:cxnSp>
            <p:nvCxnSpPr>
              <p:cNvPr id="163" name="直線矢印コネクタ 162">
                <a:extLst>
                  <a:ext uri="{FF2B5EF4-FFF2-40B4-BE49-F238E27FC236}">
                    <a16:creationId xmlns:a16="http://schemas.microsoft.com/office/drawing/2014/main" id="{8A35C4FD-5E4A-6B3B-8556-F598620B98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2665" y="5772649"/>
                <a:ext cx="465313" cy="0"/>
              </a:xfrm>
              <a:prstGeom prst="straightConnector1">
                <a:avLst/>
              </a:prstGeom>
              <a:grpFill/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テキスト ボックス 167">
                <a:extLst>
                  <a:ext uri="{FF2B5EF4-FFF2-40B4-BE49-F238E27FC236}">
                    <a16:creationId xmlns:a16="http://schemas.microsoft.com/office/drawing/2014/main" id="{920AAA23-EC86-CF9A-CBD4-504D08B5D70A}"/>
                  </a:ext>
                </a:extLst>
              </p:cNvPr>
              <p:cNvSpPr txBox="1"/>
              <p:nvPr/>
            </p:nvSpPr>
            <p:spPr>
              <a:xfrm>
                <a:off x="8307978" y="5657233"/>
                <a:ext cx="2218268" cy="230832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r>
                  <a:rPr lang="en-US" altLang="ja-JP" sz="9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Software / Call Stack</a:t>
                </a:r>
                <a:endParaRPr lang="ja-JP" altLang="en-US" sz="9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70" name="グループ化 169">
              <a:extLst>
                <a:ext uri="{FF2B5EF4-FFF2-40B4-BE49-F238E27FC236}">
                  <a16:creationId xmlns:a16="http://schemas.microsoft.com/office/drawing/2014/main" id="{4B668D34-D560-D299-7BD4-67E9E7293A29}"/>
                </a:ext>
              </a:extLst>
            </p:cNvPr>
            <p:cNvGrpSpPr/>
            <p:nvPr/>
          </p:nvGrpSpPr>
          <p:grpSpPr>
            <a:xfrm>
              <a:off x="7842665" y="6116691"/>
              <a:ext cx="2683581" cy="230832"/>
              <a:chOff x="7842665" y="5657233"/>
              <a:chExt cx="2683581" cy="230832"/>
            </a:xfrm>
            <a:solidFill>
              <a:schemeClr val="bg1"/>
            </a:solidFill>
          </p:grpSpPr>
          <p:cxnSp>
            <p:nvCxnSpPr>
              <p:cNvPr id="171" name="直線矢印コネクタ 170">
                <a:extLst>
                  <a:ext uri="{FF2B5EF4-FFF2-40B4-BE49-F238E27FC236}">
                    <a16:creationId xmlns:a16="http://schemas.microsoft.com/office/drawing/2014/main" id="{81674FAE-941C-0E22-225D-764EA48C1E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2665" y="5772649"/>
                <a:ext cx="465313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テキスト ボックス 171">
                <a:extLst>
                  <a:ext uri="{FF2B5EF4-FFF2-40B4-BE49-F238E27FC236}">
                    <a16:creationId xmlns:a16="http://schemas.microsoft.com/office/drawing/2014/main" id="{7F2360DD-BE03-85CB-B69C-574CE02924A9}"/>
                  </a:ext>
                </a:extLst>
              </p:cNvPr>
              <p:cNvSpPr txBox="1"/>
              <p:nvPr/>
            </p:nvSpPr>
            <p:spPr>
              <a:xfrm>
                <a:off x="8307978" y="5657233"/>
                <a:ext cx="2218268" cy="230832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r>
                  <a:rPr lang="en-US" altLang="ja-JP" sz="9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Software / Controller Registers Write</a:t>
                </a:r>
                <a:endParaRPr lang="ja-JP" altLang="en-US" sz="9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79" name="グループ化 178">
              <a:extLst>
                <a:ext uri="{FF2B5EF4-FFF2-40B4-BE49-F238E27FC236}">
                  <a16:creationId xmlns:a16="http://schemas.microsoft.com/office/drawing/2014/main" id="{A429DB26-4977-A8B8-1336-4C6BF8209934}"/>
                </a:ext>
              </a:extLst>
            </p:cNvPr>
            <p:cNvGrpSpPr/>
            <p:nvPr/>
          </p:nvGrpSpPr>
          <p:grpSpPr>
            <a:xfrm>
              <a:off x="7842665" y="6313650"/>
              <a:ext cx="2683581" cy="230832"/>
              <a:chOff x="7842665" y="5657233"/>
              <a:chExt cx="2683581" cy="230832"/>
            </a:xfrm>
            <a:solidFill>
              <a:schemeClr val="bg1"/>
            </a:solidFill>
          </p:grpSpPr>
          <p:cxnSp>
            <p:nvCxnSpPr>
              <p:cNvPr id="180" name="直線矢印コネクタ 179">
                <a:extLst>
                  <a:ext uri="{FF2B5EF4-FFF2-40B4-BE49-F238E27FC236}">
                    <a16:creationId xmlns:a16="http://schemas.microsoft.com/office/drawing/2014/main" id="{508F0B57-AB0D-2067-DBAE-1D5E5E9C2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2665" y="5772649"/>
                <a:ext cx="465313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テキスト ボックス 180">
                <a:extLst>
                  <a:ext uri="{FF2B5EF4-FFF2-40B4-BE49-F238E27FC236}">
                    <a16:creationId xmlns:a16="http://schemas.microsoft.com/office/drawing/2014/main" id="{179A43BF-3851-DAFD-5076-0455585EFDEE}"/>
                  </a:ext>
                </a:extLst>
              </p:cNvPr>
              <p:cNvSpPr txBox="1"/>
              <p:nvPr/>
            </p:nvSpPr>
            <p:spPr>
              <a:xfrm>
                <a:off x="8307978" y="5657233"/>
                <a:ext cx="2218268" cy="230832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r>
                  <a:rPr lang="en-US" altLang="ja-JP" sz="9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Hardware / Interrupt Request</a:t>
                </a:r>
                <a:endParaRPr lang="ja-JP" altLang="en-US" sz="9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6AC27F39-7448-8E3B-D351-EB1E317B5650}"/>
              </a:ext>
            </a:extLst>
          </p:cNvPr>
          <p:cNvSpPr/>
          <p:nvPr/>
        </p:nvSpPr>
        <p:spPr>
          <a:xfrm>
            <a:off x="3770311" y="5642188"/>
            <a:ext cx="6465707" cy="6304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T.B.D. : DMAC use is under consideration</a:t>
            </a:r>
            <a:endParaRPr kumimoji="1" lang="ja-JP" altLang="en-US" dirty="0"/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721C5C45-219F-21AA-F073-7855BBA1C7CF}"/>
              </a:ext>
            </a:extLst>
          </p:cNvPr>
          <p:cNvCxnSpPr>
            <a:cxnSpLocks/>
          </p:cNvCxnSpPr>
          <p:nvPr/>
        </p:nvCxnSpPr>
        <p:spPr>
          <a:xfrm>
            <a:off x="7012567" y="3255137"/>
            <a:ext cx="19703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吹き出し: 折線 (強調線付き) 5">
            <a:extLst>
              <a:ext uri="{FF2B5EF4-FFF2-40B4-BE49-F238E27FC236}">
                <a16:creationId xmlns:a16="http://schemas.microsoft.com/office/drawing/2014/main" id="{68E79859-9BE7-5472-E88F-6FCEBA3F294C}"/>
              </a:ext>
            </a:extLst>
          </p:cNvPr>
          <p:cNvSpPr/>
          <p:nvPr/>
        </p:nvSpPr>
        <p:spPr>
          <a:xfrm>
            <a:off x="8169646" y="2514966"/>
            <a:ext cx="3343676" cy="528549"/>
          </a:xfrm>
          <a:prstGeom prst="accentCallout2">
            <a:avLst>
              <a:gd name="adj1" fmla="val 18751"/>
              <a:gd name="adj2" fmla="val -2795"/>
              <a:gd name="adj3" fmla="val 18750"/>
              <a:gd name="adj4" fmla="val -16667"/>
              <a:gd name="adj5" fmla="val 136432"/>
              <a:gd name="adj6" fmla="val -32475"/>
            </a:avLst>
          </a:prstGeom>
          <a:solidFill>
            <a:schemeClr val="bg1"/>
          </a:solidFill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Application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にて</a:t>
            </a:r>
            <a:r>
              <a:rPr kumimoji="1"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u1_g_GpI2cMaReqTRx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をコールされたタイミングで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Application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からの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送受信要求の実行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完了している場合は、即、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送受信を開始する。</a:t>
            </a:r>
          </a:p>
        </p:txBody>
      </p:sp>
      <p:sp>
        <p:nvSpPr>
          <p:cNvPr id="9" name="吹き出し: 折線 (強調線付き) 8">
            <a:extLst>
              <a:ext uri="{FF2B5EF4-FFF2-40B4-BE49-F238E27FC236}">
                <a16:creationId xmlns:a16="http://schemas.microsoft.com/office/drawing/2014/main" id="{4E3408D8-269A-893A-23EA-82B8637869A0}"/>
              </a:ext>
            </a:extLst>
          </p:cNvPr>
          <p:cNvSpPr/>
          <p:nvPr/>
        </p:nvSpPr>
        <p:spPr>
          <a:xfrm>
            <a:off x="8169647" y="1465598"/>
            <a:ext cx="3287504" cy="899841"/>
          </a:xfrm>
          <a:prstGeom prst="accentCallout2">
            <a:avLst>
              <a:gd name="adj1" fmla="val 18751"/>
              <a:gd name="adj2" fmla="val -2795"/>
              <a:gd name="adj3" fmla="val 17917"/>
              <a:gd name="adj4" fmla="val -78196"/>
              <a:gd name="adj5" fmla="val 114142"/>
              <a:gd name="adj6" fmla="val -99862"/>
            </a:avLst>
          </a:prstGeom>
          <a:solidFill>
            <a:schemeClr val="bg1"/>
          </a:solidFill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vd_g_GpI2cMaMainTask,vd_g_[App]</a:t>
            </a:r>
            <a:r>
              <a:rPr kumimoji="1" lang="en-US" altLang="ja-JP" sz="1000" dirty="0" err="1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MainTask</a:t>
            </a:r>
            <a:endParaRPr lang="ja-JP" altLang="en-US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の順番で実行することで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Input=I2C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PDU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I/O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変換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=Appl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Output=PDU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の処理順序を実現。</a:t>
            </a:r>
          </a:p>
        </p:txBody>
      </p:sp>
    </p:spTree>
    <p:extLst>
      <p:ext uri="{BB962C8B-B14F-4D97-AF65-F5344CB8AC3E}">
        <p14:creationId xmlns:p14="http://schemas.microsoft.com/office/powerpoint/2010/main" val="538806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Request/Acknowledgement 1/2 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73368F-2445-9132-B829-95C250EECA27}"/>
              </a:ext>
            </a:extLst>
          </p:cNvPr>
          <p:cNvSpPr txBox="1"/>
          <p:nvPr/>
        </p:nvSpPr>
        <p:spPr>
          <a:xfrm>
            <a:off x="683612" y="877596"/>
            <a:ext cx="10729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TRx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</a:t>
            </a:r>
            <a:r>
              <a:rPr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quest     : 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U1      u1_g_GpI2cMaReqTRx(const ST_GP_I2C_MA_REQ * </a:t>
            </a:r>
            <a:r>
              <a:rPr kumimoji="1" lang="en-US" altLang="ja-JP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st_ap_REQ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kumimoji="1" lang="en-US" altLang="ja-JP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TRx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Acknowledge : void    (*st_gp_GP_I2C_MA_SLA[].</a:t>
            </a:r>
            <a:r>
              <a:rPr kumimoji="1" lang="en-US" altLang="ja-JP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fp_vd_ACK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)(const ST_GP_I2C_MA_REQ * </a:t>
            </a:r>
            <a:r>
              <a:rPr kumimoji="1" lang="en-US" altLang="ja-JP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st_ap_ACK</a:t>
            </a:r>
            <a:r>
              <a:rPr kumimoji="1" lang="en-US" altLang="ja-JP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ja-JP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FBC09F-4F10-B096-A5ED-CAE0CAB24B47}"/>
              </a:ext>
            </a:extLst>
          </p:cNvPr>
          <p:cNvSpPr txBox="1"/>
          <p:nvPr/>
        </p:nvSpPr>
        <p:spPr>
          <a:xfrm>
            <a:off x="683612" y="1379607"/>
            <a:ext cx="10729148" cy="33239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/* Control Bit Field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GP_I2C_MA_CBF_BIT_RWC                    (0x000007ffU)       /* Read/Write byte Count : Max.2047 bytes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GP_I2C_MA_CBF_BIT_ERR                    (0x0001f800U)       /*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:               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GP_I2C_MA_CBF_BIT_PID                    (0x0ffe0000U)       /*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Pdu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IDentifier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: free to use for application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GP_I2C_MA_CBF_BIT_SLA                    (0xf0000000U)       /*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SLAve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      : see gpi2c_ma_channel.h, GP_I2C_SLA_X */</a:t>
            </a:r>
          </a:p>
          <a:p>
            <a:endParaRPr lang="en-US" altLang="ja-JP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GP_I2C_MA_CBF_LSB_ERR                    (11U)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GP_I2C_MA_CBF_LSB_PID                    (17U)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GP_I2C_MA_CBF_LSB_SLA                    (28U)</a:t>
            </a:r>
          </a:p>
          <a:p>
            <a:endParaRPr lang="en-US" altLang="ja-JP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GP_I2C_MA_ERR_FR_TOUT                    (0x00000800U)       /*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TimeOUT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GP_I2C_MA_ERR_SEQ_UNK                    (0x00001000U)       /* read/write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GP_I2C_MA_ERR_IRQ_UNK                    (0x00002000U)       /*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IRQst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GP_I2C_MA_ERR_RWC_UNK                    (0x00004000U)       /* Read/Write byte Counter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GP_I2C_MA_ERR_PDU_UNK                    (0x00008000U)       /* st_gp_GP_I2C_MA_CH[].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stp_QUE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-&gt;u1p_PDU ==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vdp_PTR_NA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(NULL)    */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GP_I2C_MA_ERR_REQ_UNK                    (0x00010000U)       /* Read/Write Request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*/</a:t>
            </a:r>
          </a:p>
          <a:p>
            <a:endParaRPr lang="en-US" altLang="ja-JP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typedef struct{</a:t>
            </a:r>
          </a:p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U1 *            u1p_pdu;                                         /* protocol data unit */</a:t>
            </a:r>
          </a:p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U4              u4_cbf;                                          /* control bit field  */</a:t>
            </a:r>
          </a:p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}ST_GP_I2C_MA_REQ;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0A722ACC-B985-E585-C933-3928B85D92E9}"/>
              </a:ext>
            </a:extLst>
          </p:cNvPr>
          <p:cNvGrpSpPr/>
          <p:nvPr/>
        </p:nvGrpSpPr>
        <p:grpSpPr>
          <a:xfrm>
            <a:off x="683800" y="4824399"/>
            <a:ext cx="10728960" cy="335280"/>
            <a:chOff x="487680" y="5068163"/>
            <a:chExt cx="10728960" cy="33528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314DBFF-EB2D-0E4D-BEF9-539A130A223B}"/>
                </a:ext>
              </a:extLst>
            </p:cNvPr>
            <p:cNvSpPr/>
            <p:nvPr/>
          </p:nvSpPr>
          <p:spPr>
            <a:xfrm>
              <a:off x="4876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DDB4F0F-CD16-0D3D-C5E1-C5FD41DDE584}"/>
                </a:ext>
              </a:extLst>
            </p:cNvPr>
            <p:cNvSpPr/>
            <p:nvPr/>
          </p:nvSpPr>
          <p:spPr>
            <a:xfrm>
              <a:off x="8229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30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A941632-1D1D-3796-3298-173608D20E14}"/>
                </a:ext>
              </a:extLst>
            </p:cNvPr>
            <p:cNvSpPr/>
            <p:nvPr/>
          </p:nvSpPr>
          <p:spPr>
            <a:xfrm>
              <a:off x="11582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29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359242B-0B99-E763-F389-88E11BAC2B5C}"/>
                </a:ext>
              </a:extLst>
            </p:cNvPr>
            <p:cNvSpPr/>
            <p:nvPr/>
          </p:nvSpPr>
          <p:spPr>
            <a:xfrm>
              <a:off x="14935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28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30D017D1-B8E7-8B75-5FD3-35427C687000}"/>
                </a:ext>
              </a:extLst>
            </p:cNvPr>
            <p:cNvSpPr/>
            <p:nvPr/>
          </p:nvSpPr>
          <p:spPr>
            <a:xfrm>
              <a:off x="18288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27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2C5ECF91-CCBF-27D5-4F00-56D3944C82DA}"/>
                </a:ext>
              </a:extLst>
            </p:cNvPr>
            <p:cNvSpPr/>
            <p:nvPr/>
          </p:nvSpPr>
          <p:spPr>
            <a:xfrm>
              <a:off x="21640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26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971D3C5-2898-7962-9427-210C70DEBED8}"/>
                </a:ext>
              </a:extLst>
            </p:cNvPr>
            <p:cNvSpPr/>
            <p:nvPr/>
          </p:nvSpPr>
          <p:spPr>
            <a:xfrm>
              <a:off x="24993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44B58BD8-A8BB-D0CA-BDFD-E4875FDBA775}"/>
                </a:ext>
              </a:extLst>
            </p:cNvPr>
            <p:cNvSpPr/>
            <p:nvPr/>
          </p:nvSpPr>
          <p:spPr>
            <a:xfrm>
              <a:off x="28346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24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7A64B0BC-BEE0-AB71-DE1D-B267CA906A19}"/>
                </a:ext>
              </a:extLst>
            </p:cNvPr>
            <p:cNvSpPr/>
            <p:nvPr/>
          </p:nvSpPr>
          <p:spPr>
            <a:xfrm>
              <a:off x="31699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23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68898F6E-17C3-15C9-7E90-FAEA8CE8C628}"/>
                </a:ext>
              </a:extLst>
            </p:cNvPr>
            <p:cNvSpPr/>
            <p:nvPr/>
          </p:nvSpPr>
          <p:spPr>
            <a:xfrm>
              <a:off x="35052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22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822E0FB6-336E-88CB-B4DD-DB2C907F83FE}"/>
                </a:ext>
              </a:extLst>
            </p:cNvPr>
            <p:cNvSpPr/>
            <p:nvPr/>
          </p:nvSpPr>
          <p:spPr>
            <a:xfrm>
              <a:off x="38404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44E8545D-DDE8-8820-BBD0-0AAC13513433}"/>
                </a:ext>
              </a:extLst>
            </p:cNvPr>
            <p:cNvSpPr/>
            <p:nvPr/>
          </p:nvSpPr>
          <p:spPr>
            <a:xfrm>
              <a:off x="41757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65E48F51-7CBA-F891-9F8B-6586F06C24A7}"/>
                </a:ext>
              </a:extLst>
            </p:cNvPr>
            <p:cNvSpPr/>
            <p:nvPr/>
          </p:nvSpPr>
          <p:spPr>
            <a:xfrm>
              <a:off x="45110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19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66294067-F49C-8A23-CBF4-14E7CF6A0A86}"/>
                </a:ext>
              </a:extLst>
            </p:cNvPr>
            <p:cNvSpPr/>
            <p:nvPr/>
          </p:nvSpPr>
          <p:spPr>
            <a:xfrm>
              <a:off x="48463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18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DBE243A2-C982-F039-F409-25B0CCAED5E3}"/>
                </a:ext>
              </a:extLst>
            </p:cNvPr>
            <p:cNvSpPr/>
            <p:nvPr/>
          </p:nvSpPr>
          <p:spPr>
            <a:xfrm>
              <a:off x="51816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17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C74CEA1F-8AD7-85FD-4E36-086E3033AB76}"/>
                </a:ext>
              </a:extLst>
            </p:cNvPr>
            <p:cNvSpPr/>
            <p:nvPr/>
          </p:nvSpPr>
          <p:spPr>
            <a:xfrm>
              <a:off x="55168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16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A5822BFB-D1C3-718F-968E-6015860F008D}"/>
                </a:ext>
              </a:extLst>
            </p:cNvPr>
            <p:cNvSpPr/>
            <p:nvPr/>
          </p:nvSpPr>
          <p:spPr>
            <a:xfrm>
              <a:off x="58521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CAF0CC77-8BE1-9C74-3C7B-AE40E53FD462}"/>
                </a:ext>
              </a:extLst>
            </p:cNvPr>
            <p:cNvSpPr/>
            <p:nvPr/>
          </p:nvSpPr>
          <p:spPr>
            <a:xfrm>
              <a:off x="61874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14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B3BF23A4-84B6-51CA-7404-A96BF39B98AA}"/>
                </a:ext>
              </a:extLst>
            </p:cNvPr>
            <p:cNvSpPr/>
            <p:nvPr/>
          </p:nvSpPr>
          <p:spPr>
            <a:xfrm>
              <a:off x="65227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13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F7ECE5C6-17D2-3841-60B8-5909A59D6BDA}"/>
                </a:ext>
              </a:extLst>
            </p:cNvPr>
            <p:cNvSpPr/>
            <p:nvPr/>
          </p:nvSpPr>
          <p:spPr>
            <a:xfrm>
              <a:off x="68580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33A91BD3-DD01-7A0F-870F-6326832DE158}"/>
                </a:ext>
              </a:extLst>
            </p:cNvPr>
            <p:cNvSpPr/>
            <p:nvPr/>
          </p:nvSpPr>
          <p:spPr>
            <a:xfrm>
              <a:off x="71932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3BEBAF0F-0CA4-3E5A-B276-5CA94D07FAE9}"/>
                </a:ext>
              </a:extLst>
            </p:cNvPr>
            <p:cNvSpPr/>
            <p:nvPr/>
          </p:nvSpPr>
          <p:spPr>
            <a:xfrm>
              <a:off x="75285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D21FD0B9-8E10-1789-836B-18FF01D38E16}"/>
                </a:ext>
              </a:extLst>
            </p:cNvPr>
            <p:cNvSpPr/>
            <p:nvPr/>
          </p:nvSpPr>
          <p:spPr>
            <a:xfrm>
              <a:off x="78638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0B238E87-614E-9EB0-7382-4889DB45F14E}"/>
                </a:ext>
              </a:extLst>
            </p:cNvPr>
            <p:cNvSpPr/>
            <p:nvPr/>
          </p:nvSpPr>
          <p:spPr>
            <a:xfrm>
              <a:off x="81991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0AEB3AD7-CC11-A8E3-D54F-8AF0FA24E3C2}"/>
                </a:ext>
              </a:extLst>
            </p:cNvPr>
            <p:cNvSpPr/>
            <p:nvPr/>
          </p:nvSpPr>
          <p:spPr>
            <a:xfrm>
              <a:off x="85344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F7615FFE-AF84-16DF-4AAC-C66C82AAADB0}"/>
                </a:ext>
              </a:extLst>
            </p:cNvPr>
            <p:cNvSpPr/>
            <p:nvPr/>
          </p:nvSpPr>
          <p:spPr>
            <a:xfrm>
              <a:off x="88696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4A749287-905A-A003-4EE5-950DDDF66888}"/>
                </a:ext>
              </a:extLst>
            </p:cNvPr>
            <p:cNvSpPr/>
            <p:nvPr/>
          </p:nvSpPr>
          <p:spPr>
            <a:xfrm>
              <a:off x="92049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EDB838C1-3A5F-E13A-B1C2-9B819C828EA4}"/>
                </a:ext>
              </a:extLst>
            </p:cNvPr>
            <p:cNvSpPr/>
            <p:nvPr/>
          </p:nvSpPr>
          <p:spPr>
            <a:xfrm>
              <a:off x="954024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7516AEB7-C4B4-77ED-0653-DAE548DBFB4B}"/>
                </a:ext>
              </a:extLst>
            </p:cNvPr>
            <p:cNvSpPr/>
            <p:nvPr/>
          </p:nvSpPr>
          <p:spPr>
            <a:xfrm>
              <a:off x="987552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6B378184-AA2A-8104-4D17-BA47B16CA438}"/>
                </a:ext>
              </a:extLst>
            </p:cNvPr>
            <p:cNvSpPr/>
            <p:nvPr/>
          </p:nvSpPr>
          <p:spPr>
            <a:xfrm>
              <a:off x="1021080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5C99CE77-D4F6-68E5-2453-74FA77C58953}"/>
                </a:ext>
              </a:extLst>
            </p:cNvPr>
            <p:cNvSpPr/>
            <p:nvPr/>
          </p:nvSpPr>
          <p:spPr>
            <a:xfrm>
              <a:off x="1054608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C7F1662-2A84-3181-A4FD-D9759A033C77}"/>
                </a:ext>
              </a:extLst>
            </p:cNvPr>
            <p:cNvSpPr/>
            <p:nvPr/>
          </p:nvSpPr>
          <p:spPr>
            <a:xfrm>
              <a:off x="10881360" y="5068163"/>
              <a:ext cx="33528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661DBF92-E48F-1592-06B8-90C0E58748EE}"/>
              </a:ext>
            </a:extLst>
          </p:cNvPr>
          <p:cNvSpPr/>
          <p:nvPr/>
        </p:nvSpPr>
        <p:spPr>
          <a:xfrm>
            <a:off x="683612" y="5282757"/>
            <a:ext cx="1341308" cy="33528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SLA</a:t>
            </a:r>
            <a:endParaRPr kumimoji="1" lang="ja-JP" altLang="en-US" sz="1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7FE01973-CFC1-D28D-D4C2-1348C603A782}"/>
              </a:ext>
            </a:extLst>
          </p:cNvPr>
          <p:cNvSpPr/>
          <p:nvPr/>
        </p:nvSpPr>
        <p:spPr>
          <a:xfrm>
            <a:off x="2024920" y="5282757"/>
            <a:ext cx="3688080" cy="335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endParaRPr kumimoji="1" lang="ja-JP" altLang="en-US" sz="1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E1F22D51-E4AF-5384-3EF2-4855693ED510}"/>
              </a:ext>
            </a:extLst>
          </p:cNvPr>
          <p:cNvSpPr/>
          <p:nvPr/>
        </p:nvSpPr>
        <p:spPr>
          <a:xfrm>
            <a:off x="5713000" y="5282757"/>
            <a:ext cx="2011680" cy="3352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</a:t>
            </a:r>
            <a:endParaRPr kumimoji="1" lang="ja-JP" altLang="en-US" sz="1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443A13A3-96E5-81BB-D988-274FB8FABB5C}"/>
              </a:ext>
            </a:extLst>
          </p:cNvPr>
          <p:cNvSpPr/>
          <p:nvPr/>
        </p:nvSpPr>
        <p:spPr>
          <a:xfrm>
            <a:off x="7724680" y="5282757"/>
            <a:ext cx="3688080" cy="33528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RWC</a:t>
            </a:r>
            <a:endParaRPr kumimoji="1" lang="ja-JP" altLang="en-US" sz="1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3FBDCA7A-A611-1D81-451D-494401356A46}"/>
              </a:ext>
            </a:extLst>
          </p:cNvPr>
          <p:cNvCxnSpPr>
            <a:cxnSpLocks/>
          </p:cNvCxnSpPr>
          <p:nvPr/>
        </p:nvCxnSpPr>
        <p:spPr>
          <a:xfrm flipH="1">
            <a:off x="724554" y="4407108"/>
            <a:ext cx="1546456" cy="41729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0BEB13B5-6E61-45D7-93B4-28DDB16825D0}"/>
              </a:ext>
            </a:extLst>
          </p:cNvPr>
          <p:cNvCxnSpPr>
            <a:cxnSpLocks/>
          </p:cNvCxnSpPr>
          <p:nvPr/>
        </p:nvCxnSpPr>
        <p:spPr>
          <a:xfrm>
            <a:off x="2818151" y="4407108"/>
            <a:ext cx="8594609" cy="41729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B007DFE-A014-1CF6-19E6-FD1E70F49CC7}"/>
              </a:ext>
            </a:extLst>
          </p:cNvPr>
          <p:cNvSpPr txBox="1"/>
          <p:nvPr/>
        </p:nvSpPr>
        <p:spPr>
          <a:xfrm>
            <a:off x="8730520" y="5980403"/>
            <a:ext cx="26873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value shall be set by Application</a:t>
            </a:r>
            <a:endParaRPr kumimoji="1" lang="ja-JP" altLang="en-US" sz="12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3694AF46-9D74-7A16-2651-E41571D962B3}"/>
              </a:ext>
            </a:extLst>
          </p:cNvPr>
          <p:cNvCxnSpPr>
            <a:stCxn id="95" idx="2"/>
            <a:endCxn id="135" idx="1"/>
          </p:cNvCxnSpPr>
          <p:nvPr/>
        </p:nvCxnSpPr>
        <p:spPr>
          <a:xfrm rot="16200000" flipH="1">
            <a:off x="4791960" y="2180343"/>
            <a:ext cx="500866" cy="7376254"/>
          </a:xfrm>
          <a:prstGeom prst="bentConnector2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コネクタ: カギ線 142">
            <a:extLst>
              <a:ext uri="{FF2B5EF4-FFF2-40B4-BE49-F238E27FC236}">
                <a16:creationId xmlns:a16="http://schemas.microsoft.com/office/drawing/2014/main" id="{B2BE82EC-D72A-8A63-9F5D-032466544A85}"/>
              </a:ext>
            </a:extLst>
          </p:cNvPr>
          <p:cNvCxnSpPr>
            <a:cxnSpLocks/>
          </p:cNvCxnSpPr>
          <p:nvPr/>
        </p:nvCxnSpPr>
        <p:spPr>
          <a:xfrm rot="5400000">
            <a:off x="10670099" y="5812764"/>
            <a:ext cx="335278" cy="1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502C72D1-787C-E02F-F201-257C7BD6579C}"/>
              </a:ext>
            </a:extLst>
          </p:cNvPr>
          <p:cNvSpPr txBox="1"/>
          <p:nvPr/>
        </p:nvSpPr>
        <p:spPr>
          <a:xfrm>
            <a:off x="3204115" y="5692549"/>
            <a:ext cx="2179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Free to used for </a:t>
            </a:r>
            <a:r>
              <a:rPr kumimoji="1" lang="en-US" altLang="ja-JP" sz="12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  <a:endParaRPr kumimoji="1" lang="ja-JP" altLang="en-US" sz="1200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6" name="コネクタ: カギ線 165">
            <a:extLst>
              <a:ext uri="{FF2B5EF4-FFF2-40B4-BE49-F238E27FC236}">
                <a16:creationId xmlns:a16="http://schemas.microsoft.com/office/drawing/2014/main" id="{E1B54255-CDB2-7129-A36C-A169AEC5362A}"/>
              </a:ext>
            </a:extLst>
          </p:cNvPr>
          <p:cNvCxnSpPr>
            <a:cxnSpLocks/>
            <a:endCxn id="164" idx="1"/>
          </p:cNvCxnSpPr>
          <p:nvPr/>
        </p:nvCxnSpPr>
        <p:spPr>
          <a:xfrm rot="16200000" flipH="1">
            <a:off x="3021940" y="5648874"/>
            <a:ext cx="185922" cy="178427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3C9E7065-CC36-8D0D-4D5A-633DF99F6923}"/>
              </a:ext>
            </a:extLst>
          </p:cNvPr>
          <p:cNvCxnSpPr>
            <a:cxnSpLocks/>
            <a:endCxn id="187" idx="1"/>
          </p:cNvCxnSpPr>
          <p:nvPr/>
        </p:nvCxnSpPr>
        <p:spPr>
          <a:xfrm rot="16200000" flipH="1">
            <a:off x="6058204" y="5635328"/>
            <a:ext cx="213013" cy="1784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テキスト ボックス 186">
            <a:extLst>
              <a:ext uri="{FF2B5EF4-FFF2-40B4-BE49-F238E27FC236}">
                <a16:creationId xmlns:a16="http://schemas.microsoft.com/office/drawing/2014/main" id="{49F2F32D-19E5-C26F-7E56-9D2534CAD11C}"/>
              </a:ext>
            </a:extLst>
          </p:cNvPr>
          <p:cNvSpPr txBox="1"/>
          <p:nvPr/>
        </p:nvSpPr>
        <p:spPr>
          <a:xfrm>
            <a:off x="6253924" y="5692549"/>
            <a:ext cx="4583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Tahoma" panose="020B0604030504040204" pitchFamily="34" charset="0"/>
                <a:cs typeface="Tahoma" panose="020B0604030504040204" pitchFamily="34" charset="0"/>
              </a:rPr>
              <a:t>Error bits are set by GpI2C and shall be initialized to zero</a:t>
            </a:r>
            <a:endParaRPr kumimoji="1"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77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Request/Acknowledgement 2/2 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048A915-1DCF-1203-3415-471B1F38DA35}"/>
              </a:ext>
            </a:extLst>
          </p:cNvPr>
          <p:cNvSpPr txBox="1"/>
          <p:nvPr/>
        </p:nvSpPr>
        <p:spPr>
          <a:xfrm>
            <a:off x="389790" y="925994"/>
            <a:ext cx="2063385" cy="33272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Protocol Data Unit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844C7C6B-FE42-6F3D-9037-6C9AD7677051}"/>
              </a:ext>
            </a:extLst>
          </p:cNvPr>
          <p:cNvGrpSpPr/>
          <p:nvPr/>
        </p:nvGrpSpPr>
        <p:grpSpPr>
          <a:xfrm>
            <a:off x="445285" y="1374055"/>
            <a:ext cx="7633114" cy="4032183"/>
            <a:chOff x="1446774" y="1374055"/>
            <a:chExt cx="7633114" cy="4032183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DE4C6F7-2465-1E1B-0860-794290419249}"/>
                </a:ext>
              </a:extLst>
            </p:cNvPr>
            <p:cNvSpPr/>
            <p:nvPr/>
          </p:nvSpPr>
          <p:spPr>
            <a:xfrm>
              <a:off x="1462852" y="1689027"/>
              <a:ext cx="884108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Byte#0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170DD8D-4E04-4C95-56B0-1E40264E249C}"/>
                </a:ext>
              </a:extLst>
            </p:cNvPr>
            <p:cNvSpPr/>
            <p:nvPr/>
          </p:nvSpPr>
          <p:spPr>
            <a:xfrm>
              <a:off x="2422972" y="1689027"/>
              <a:ext cx="884108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Byte#1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B0B37F7-5ADD-9DEC-3F5F-ED5A9AEF737A}"/>
                </a:ext>
              </a:extLst>
            </p:cNvPr>
            <p:cNvSpPr/>
            <p:nvPr/>
          </p:nvSpPr>
          <p:spPr>
            <a:xfrm>
              <a:off x="3383092" y="1689027"/>
              <a:ext cx="884108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Byte#2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250F145-F5B7-B6A8-D678-9E66466616BB}"/>
                </a:ext>
              </a:extLst>
            </p:cNvPr>
            <p:cNvSpPr/>
            <p:nvPr/>
          </p:nvSpPr>
          <p:spPr>
            <a:xfrm>
              <a:off x="5013960" y="1689027"/>
              <a:ext cx="884108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Byte#n-2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20F115D-F349-D678-C93D-45ABDAAF102B}"/>
                </a:ext>
              </a:extLst>
            </p:cNvPr>
            <p:cNvCxnSpPr>
              <a:cxnSpLocks/>
            </p:cNvCxnSpPr>
            <p:nvPr/>
          </p:nvCxnSpPr>
          <p:spPr>
            <a:xfrm>
              <a:off x="4366260" y="1856667"/>
              <a:ext cx="563880" cy="0"/>
            </a:xfrm>
            <a:prstGeom prst="line">
              <a:avLst/>
            </a:prstGeom>
            <a:ln w="28575">
              <a:solidFill>
                <a:schemeClr val="bg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8DA5C40-6F66-7A71-C476-46CA88C578CB}"/>
                </a:ext>
              </a:extLst>
            </p:cNvPr>
            <p:cNvSpPr/>
            <p:nvPr/>
          </p:nvSpPr>
          <p:spPr>
            <a:xfrm>
              <a:off x="5982076" y="1689027"/>
              <a:ext cx="884108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Byte#n-1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3B43CF3-DCC7-535C-F0EC-6A081D2A2A39}"/>
                </a:ext>
              </a:extLst>
            </p:cNvPr>
            <p:cNvSpPr txBox="1"/>
            <p:nvPr/>
          </p:nvSpPr>
          <p:spPr>
            <a:xfrm>
              <a:off x="2905691" y="1374055"/>
              <a:ext cx="2723823" cy="19428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Read/Write Byte Count = n [bytes]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0C962CA2-CBDF-4E4B-AC79-29BFA8F2A137}"/>
                </a:ext>
              </a:extLst>
            </p:cNvPr>
            <p:cNvCxnSpPr>
              <a:cxnSpLocks/>
            </p:cNvCxnSpPr>
            <p:nvPr/>
          </p:nvCxnSpPr>
          <p:spPr>
            <a:xfrm>
              <a:off x="1462852" y="1476533"/>
              <a:ext cx="0" cy="2960556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DE8F002B-E2EF-FED9-8E91-E64AC3A632E4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>
              <a:off x="6866184" y="1476533"/>
              <a:ext cx="0" cy="380134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7DA33886-15D7-0214-3E70-87CAC681A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62852" y="1568339"/>
              <a:ext cx="5403332" cy="0"/>
            </a:xfrm>
            <a:prstGeom prst="straightConnector1">
              <a:avLst/>
            </a:prstGeom>
            <a:ln>
              <a:solidFill>
                <a:schemeClr val="bg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8844843C-60EA-6786-1CF6-D50C5FAB64C3}"/>
                </a:ext>
              </a:extLst>
            </p:cNvPr>
            <p:cNvCxnSpPr>
              <a:cxnSpLocks/>
            </p:cNvCxnSpPr>
            <p:nvPr/>
          </p:nvCxnSpPr>
          <p:spPr>
            <a:xfrm>
              <a:off x="2346960" y="2024307"/>
              <a:ext cx="2472452" cy="882968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119C1FAF-41F9-42DB-4E1F-80BB67D7538D}"/>
                </a:ext>
              </a:extLst>
            </p:cNvPr>
            <p:cNvGrpSpPr/>
            <p:nvPr/>
          </p:nvGrpSpPr>
          <p:grpSpPr>
            <a:xfrm>
              <a:off x="1462852" y="2907276"/>
              <a:ext cx="3356560" cy="990168"/>
              <a:chOff x="1462852" y="3109641"/>
              <a:chExt cx="2682240" cy="791247"/>
            </a:xfrm>
          </p:grpSpPr>
          <p:grpSp>
            <p:nvGrpSpPr>
              <p:cNvPr id="91" name="グループ化 90">
                <a:extLst>
                  <a:ext uri="{FF2B5EF4-FFF2-40B4-BE49-F238E27FC236}">
                    <a16:creationId xmlns:a16="http://schemas.microsoft.com/office/drawing/2014/main" id="{7E4A99E8-EDF1-2759-2921-1368BB6B60C5}"/>
                  </a:ext>
                </a:extLst>
              </p:cNvPr>
              <p:cNvGrpSpPr/>
              <p:nvPr/>
            </p:nvGrpSpPr>
            <p:grpSpPr>
              <a:xfrm>
                <a:off x="1462852" y="3109641"/>
                <a:ext cx="2682240" cy="335280"/>
                <a:chOff x="8610600" y="4747734"/>
                <a:chExt cx="2682240" cy="335280"/>
              </a:xfrm>
            </p:grpSpPr>
            <p:sp>
              <p:nvSpPr>
                <p:cNvPr id="75" name="正方形/長方形 74">
                  <a:extLst>
                    <a:ext uri="{FF2B5EF4-FFF2-40B4-BE49-F238E27FC236}">
                      <a16:creationId xmlns:a16="http://schemas.microsoft.com/office/drawing/2014/main" id="{D98E872D-739B-D0B3-07BC-62F64879E0A5}"/>
                    </a:ext>
                  </a:extLst>
                </p:cNvPr>
                <p:cNvSpPr/>
                <p:nvPr/>
              </p:nvSpPr>
              <p:spPr>
                <a:xfrm>
                  <a:off x="861060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6" name="正方形/長方形 75">
                  <a:extLst>
                    <a:ext uri="{FF2B5EF4-FFF2-40B4-BE49-F238E27FC236}">
                      <a16:creationId xmlns:a16="http://schemas.microsoft.com/office/drawing/2014/main" id="{0B016141-0CC2-3E53-1E99-0E1DCA506C6B}"/>
                    </a:ext>
                  </a:extLst>
                </p:cNvPr>
                <p:cNvSpPr/>
                <p:nvPr/>
              </p:nvSpPr>
              <p:spPr>
                <a:xfrm>
                  <a:off x="894588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6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7" name="正方形/長方形 76">
                  <a:extLst>
                    <a:ext uri="{FF2B5EF4-FFF2-40B4-BE49-F238E27FC236}">
                      <a16:creationId xmlns:a16="http://schemas.microsoft.com/office/drawing/2014/main" id="{0CB7CE82-7E3A-414E-C1F9-9084C7AE30BC}"/>
                    </a:ext>
                  </a:extLst>
                </p:cNvPr>
                <p:cNvSpPr/>
                <p:nvPr/>
              </p:nvSpPr>
              <p:spPr>
                <a:xfrm>
                  <a:off x="928116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9" name="正方形/長方形 78">
                  <a:extLst>
                    <a:ext uri="{FF2B5EF4-FFF2-40B4-BE49-F238E27FC236}">
                      <a16:creationId xmlns:a16="http://schemas.microsoft.com/office/drawing/2014/main" id="{8F0F3685-9DEB-1353-7602-59DA625B3DA9}"/>
                    </a:ext>
                  </a:extLst>
                </p:cNvPr>
                <p:cNvSpPr/>
                <p:nvPr/>
              </p:nvSpPr>
              <p:spPr>
                <a:xfrm>
                  <a:off x="961644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4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0" name="正方形/長方形 79">
                  <a:extLst>
                    <a:ext uri="{FF2B5EF4-FFF2-40B4-BE49-F238E27FC236}">
                      <a16:creationId xmlns:a16="http://schemas.microsoft.com/office/drawing/2014/main" id="{689C1B0F-5D39-CF99-F44B-9D2711D42DE6}"/>
                    </a:ext>
                  </a:extLst>
                </p:cNvPr>
                <p:cNvSpPr/>
                <p:nvPr/>
              </p:nvSpPr>
              <p:spPr>
                <a:xfrm>
                  <a:off x="995172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A2C61331-88B7-A9F9-4F11-381F6A455A6F}"/>
                    </a:ext>
                  </a:extLst>
                </p:cNvPr>
                <p:cNvSpPr/>
                <p:nvPr/>
              </p:nvSpPr>
              <p:spPr>
                <a:xfrm>
                  <a:off x="1028700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7" name="正方形/長方形 86">
                  <a:extLst>
                    <a:ext uri="{FF2B5EF4-FFF2-40B4-BE49-F238E27FC236}">
                      <a16:creationId xmlns:a16="http://schemas.microsoft.com/office/drawing/2014/main" id="{5B2DF179-B9AE-33A6-CC04-EE2FABF068F2}"/>
                    </a:ext>
                  </a:extLst>
                </p:cNvPr>
                <p:cNvSpPr/>
                <p:nvPr/>
              </p:nvSpPr>
              <p:spPr>
                <a:xfrm>
                  <a:off x="1062228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9" name="正方形/長方形 88">
                  <a:extLst>
                    <a:ext uri="{FF2B5EF4-FFF2-40B4-BE49-F238E27FC236}">
                      <a16:creationId xmlns:a16="http://schemas.microsoft.com/office/drawing/2014/main" id="{12297020-FB86-F0FA-F2F6-5AFE6D64C18F}"/>
                    </a:ext>
                  </a:extLst>
                </p:cNvPr>
                <p:cNvSpPr/>
                <p:nvPr/>
              </p:nvSpPr>
              <p:spPr>
                <a:xfrm>
                  <a:off x="10957560" y="4747734"/>
                  <a:ext cx="335280" cy="335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000" dirty="0">
                      <a:solidFill>
                        <a:schemeClr val="tx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  <a:endParaRPr kumimoji="1" lang="ja-JP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05" name="正方形/長方形 104">
                <a:extLst>
                  <a:ext uri="{FF2B5EF4-FFF2-40B4-BE49-F238E27FC236}">
                    <a16:creationId xmlns:a16="http://schemas.microsoft.com/office/drawing/2014/main" id="{76643A38-64C4-64A7-5D8D-B4BE55BE049F}"/>
                  </a:ext>
                </a:extLst>
              </p:cNvPr>
              <p:cNvSpPr/>
              <p:nvPr/>
            </p:nvSpPr>
            <p:spPr>
              <a:xfrm>
                <a:off x="1462852" y="3565608"/>
                <a:ext cx="2346960" cy="335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Slave/Device Address 7[bits]</a:t>
                </a:r>
                <a:endParaRPr kumimoji="1" lang="ja-JP" alt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6" name="正方形/長方形 105">
                <a:extLst>
                  <a:ext uri="{FF2B5EF4-FFF2-40B4-BE49-F238E27FC236}">
                    <a16:creationId xmlns:a16="http://schemas.microsoft.com/office/drawing/2014/main" id="{B8016D08-E062-3CE3-F37D-D88927D1FAF4}"/>
                  </a:ext>
                </a:extLst>
              </p:cNvPr>
              <p:cNvSpPr/>
              <p:nvPr/>
            </p:nvSpPr>
            <p:spPr>
              <a:xfrm>
                <a:off x="3801973" y="3565608"/>
                <a:ext cx="343119" cy="335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R/W</a:t>
                </a:r>
                <a:endParaRPr kumimoji="1" lang="ja-JP" alt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A311B931-6C3B-3F66-D8BB-6C0EF7040561}"/>
                </a:ext>
              </a:extLst>
            </p:cNvPr>
            <p:cNvSpPr txBox="1"/>
            <p:nvPr/>
          </p:nvSpPr>
          <p:spPr>
            <a:xfrm>
              <a:off x="4930140" y="3951330"/>
              <a:ext cx="1646605" cy="19428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 = 1b, Write=0b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1" name="コネクタ: カギ線 110">
              <a:extLst>
                <a:ext uri="{FF2B5EF4-FFF2-40B4-BE49-F238E27FC236}">
                  <a16:creationId xmlns:a16="http://schemas.microsoft.com/office/drawing/2014/main" id="{4119B44A-29F0-3BA4-9CD6-084FB60D97CA}"/>
                </a:ext>
              </a:extLst>
            </p:cNvPr>
            <p:cNvCxnSpPr>
              <a:stCxn id="106" idx="2"/>
              <a:endCxn id="109" idx="1"/>
            </p:cNvCxnSpPr>
            <p:nvPr/>
          </p:nvCxnSpPr>
          <p:spPr>
            <a:xfrm rot="16200000" flipH="1">
              <a:off x="4691917" y="3810249"/>
              <a:ext cx="151028" cy="325418"/>
            </a:xfrm>
            <a:prstGeom prst="bentConnector2">
              <a:avLst/>
            </a:prstGeom>
            <a:ln>
              <a:solidFill>
                <a:schemeClr val="bg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447DB1B7-E75E-3BFB-268E-3DEF9856F161}"/>
                </a:ext>
              </a:extLst>
            </p:cNvPr>
            <p:cNvSpPr txBox="1"/>
            <p:nvPr/>
          </p:nvSpPr>
          <p:spPr>
            <a:xfrm>
              <a:off x="1462852" y="4698352"/>
              <a:ext cx="7617036" cy="70788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typedef struct{</a:t>
              </a:r>
            </a:p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U1 *            u1p_pdu;                                         /* protocol data unit */</a:t>
              </a:r>
            </a:p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U4              u4_cbf;                                          /* control bit field  */</a:t>
              </a:r>
            </a:p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}ST_GP_I2C_MA_REQ;</a:t>
              </a:r>
            </a:p>
          </p:txBody>
        </p:sp>
        <p:sp>
          <p:nvSpPr>
            <p:cNvPr id="118" name="フリーフォーム: 図形 117">
              <a:extLst>
                <a:ext uri="{FF2B5EF4-FFF2-40B4-BE49-F238E27FC236}">
                  <a16:creationId xmlns:a16="http://schemas.microsoft.com/office/drawing/2014/main" id="{D34890CF-511E-C261-7E6F-D0242DF8EB8C}"/>
                </a:ext>
              </a:extLst>
            </p:cNvPr>
            <p:cNvSpPr/>
            <p:nvPr/>
          </p:nvSpPr>
          <p:spPr>
            <a:xfrm>
              <a:off x="1474844" y="4273954"/>
              <a:ext cx="1908248" cy="614597"/>
            </a:xfrm>
            <a:custGeom>
              <a:avLst/>
              <a:gdLst>
                <a:gd name="connsiteX0" fmla="*/ 0 w 1896256"/>
                <a:gd name="connsiteY0" fmla="*/ 0 h 614597"/>
                <a:gd name="connsiteX1" fmla="*/ 1896256 w 1896256"/>
                <a:gd name="connsiteY1" fmla="*/ 0 h 614597"/>
                <a:gd name="connsiteX2" fmla="*/ 1896256 w 1896256"/>
                <a:gd name="connsiteY2" fmla="*/ 614597 h 614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6256" h="614597">
                  <a:moveTo>
                    <a:pt x="0" y="0"/>
                  </a:moveTo>
                  <a:lnTo>
                    <a:pt x="1896256" y="0"/>
                  </a:lnTo>
                  <a:lnTo>
                    <a:pt x="1896256" y="614597"/>
                  </a:lnTo>
                </a:path>
              </a:pathLst>
            </a:custGeom>
            <a:noFill/>
            <a:ln w="19050">
              <a:solidFill>
                <a:schemeClr val="bg2"/>
              </a:solidFill>
              <a:prstDash val="sysDot"/>
              <a:tailEnd type="diamon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C01A1D50-4385-84B6-72C3-F3E74F7D1937}"/>
                </a:ext>
              </a:extLst>
            </p:cNvPr>
            <p:cNvSpPr txBox="1"/>
            <p:nvPr/>
          </p:nvSpPr>
          <p:spPr>
            <a:xfrm>
              <a:off x="1446774" y="4313913"/>
              <a:ext cx="4647426" cy="19428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ja-JP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 memory address of “Byte #0 shall be set by Application</a:t>
              </a:r>
              <a:endParaRPr kumimoji="1" lang="ja-JP" alt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878D1733-2491-2678-C411-60546C461895}"/>
              </a:ext>
            </a:extLst>
          </p:cNvPr>
          <p:cNvSpPr/>
          <p:nvPr/>
        </p:nvSpPr>
        <p:spPr>
          <a:xfrm>
            <a:off x="6334959" y="2225238"/>
            <a:ext cx="2434702" cy="2328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  <a:endParaRPr kumimoji="1"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928A4E8E-756A-AB90-163B-11D1F1CCB12B}"/>
              </a:ext>
            </a:extLst>
          </p:cNvPr>
          <p:cNvSpPr/>
          <p:nvPr/>
        </p:nvSpPr>
        <p:spPr>
          <a:xfrm>
            <a:off x="9253040" y="2225066"/>
            <a:ext cx="2485249" cy="23283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GpI2cMa</a:t>
            </a:r>
            <a:endParaRPr kumimoji="1" lang="en-US" altLang="ja-JP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6" name="平行四辺形 125">
            <a:extLst>
              <a:ext uri="{FF2B5EF4-FFF2-40B4-BE49-F238E27FC236}">
                <a16:creationId xmlns:a16="http://schemas.microsoft.com/office/drawing/2014/main" id="{5D64CB42-B218-E13D-1975-07966AD4A859}"/>
              </a:ext>
            </a:extLst>
          </p:cNvPr>
          <p:cNvSpPr/>
          <p:nvPr/>
        </p:nvSpPr>
        <p:spPr>
          <a:xfrm>
            <a:off x="9505950" y="4114256"/>
            <a:ext cx="2137595" cy="293049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FIFO/Queue of ST_GP_I2C_MA_REQ</a:t>
            </a:r>
            <a:endParaRPr kumimoji="1" lang="ja-JP" altLang="en-US" sz="9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7" name="平行四辺形 126">
            <a:extLst>
              <a:ext uri="{FF2B5EF4-FFF2-40B4-BE49-F238E27FC236}">
                <a16:creationId xmlns:a16="http://schemas.microsoft.com/office/drawing/2014/main" id="{D2252D25-0B3A-985E-DE63-D624D12E8F96}"/>
              </a:ext>
            </a:extLst>
          </p:cNvPr>
          <p:cNvSpPr/>
          <p:nvPr/>
        </p:nvSpPr>
        <p:spPr>
          <a:xfrm>
            <a:off x="6231104" y="4114256"/>
            <a:ext cx="2137595" cy="293049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9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</a:t>
            </a:r>
            <a:r>
              <a:rPr lang="en-US" altLang="ja-JP" sz="9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R/W Buffer or Const</a:t>
            </a:r>
            <a:endParaRPr kumimoji="1" lang="ja-JP" altLang="en-US" sz="9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8DE176B6-C66D-A3F4-E39F-DE65FF8E8C2C}"/>
              </a:ext>
            </a:extLst>
          </p:cNvPr>
          <p:cNvCxnSpPr/>
          <p:nvPr/>
        </p:nvCxnSpPr>
        <p:spPr>
          <a:xfrm>
            <a:off x="8769661" y="2804700"/>
            <a:ext cx="48338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D64B4BA-4E6F-9CC7-4D0D-555E28DA57AF}"/>
              </a:ext>
            </a:extLst>
          </p:cNvPr>
          <p:cNvCxnSpPr/>
          <p:nvPr/>
        </p:nvCxnSpPr>
        <p:spPr>
          <a:xfrm flipH="1">
            <a:off x="8769661" y="3613990"/>
            <a:ext cx="48338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8C2F0110-741E-6B3A-71B1-DC83305ADD1B}"/>
              </a:ext>
            </a:extLst>
          </p:cNvPr>
          <p:cNvSpPr txBox="1"/>
          <p:nvPr/>
        </p:nvSpPr>
        <p:spPr>
          <a:xfrm>
            <a:off x="9253041" y="2674572"/>
            <a:ext cx="1183337" cy="182166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</a:t>
            </a:r>
            <a:r>
              <a: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altLang="ja-JP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altLang="ja-JP" sz="1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ja-JP" alt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Request</a:t>
            </a:r>
            <a:endParaRPr kumimoji="1" lang="ja-JP" altLang="en-US" sz="10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C48770C9-4FD8-1473-00D4-200CF54037E7}"/>
              </a:ext>
            </a:extLst>
          </p:cNvPr>
          <p:cNvSpPr txBox="1"/>
          <p:nvPr/>
        </p:nvSpPr>
        <p:spPr>
          <a:xfrm>
            <a:off x="7038742" y="3516848"/>
            <a:ext cx="1755610" cy="182166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</a:t>
            </a:r>
            <a:r>
              <a:rPr kumimoji="1" lang="en-US" altLang="ja-JP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Acknowledgement</a:t>
            </a:r>
            <a:endParaRPr kumimoji="1" lang="ja-JP" altLang="en-US" sz="10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6" name="フローチャート: 定義済み処理 135">
            <a:extLst>
              <a:ext uri="{FF2B5EF4-FFF2-40B4-BE49-F238E27FC236}">
                <a16:creationId xmlns:a16="http://schemas.microsoft.com/office/drawing/2014/main" id="{53692DF2-341C-6EAA-D10F-99A655A2124B}"/>
              </a:ext>
            </a:extLst>
          </p:cNvPr>
          <p:cNvSpPr/>
          <p:nvPr/>
        </p:nvSpPr>
        <p:spPr>
          <a:xfrm>
            <a:off x="6448459" y="3756247"/>
            <a:ext cx="1321031" cy="291612"/>
          </a:xfrm>
          <a:prstGeom prst="flowChartPredefinedProcess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</a:t>
            </a:r>
            <a:r>
              <a:rPr lang="ja-JP" alt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en-US" altLang="ja-JP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Ack. </a:t>
            </a:r>
            <a:r>
              <a:rPr kumimoji="1" lang="en-US" altLang="ja-JP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  <a:endParaRPr kumimoji="1" lang="ja-JP" altLang="en-US" sz="10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7" name="フローチャート: 定義済み処理 136">
            <a:extLst>
              <a:ext uri="{FF2B5EF4-FFF2-40B4-BE49-F238E27FC236}">
                <a16:creationId xmlns:a16="http://schemas.microsoft.com/office/drawing/2014/main" id="{8CA8924F-3D09-AE0B-924E-640A80E73757}"/>
              </a:ext>
            </a:extLst>
          </p:cNvPr>
          <p:cNvSpPr/>
          <p:nvPr/>
        </p:nvSpPr>
        <p:spPr>
          <a:xfrm>
            <a:off x="10298799" y="3756247"/>
            <a:ext cx="1321031" cy="291612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kumimoji="1" lang="ja-JP" alt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</a:t>
            </a:r>
          </a:p>
          <a:p>
            <a:pPr algn="ctr"/>
            <a:r>
              <a:rPr kumimoji="1" lang="en-US" altLang="ja-JP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  <a:endParaRPr kumimoji="1" lang="ja-JP" altLang="en-US" sz="10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8" name="吹き出し: 折線 (強調線付き) 137">
            <a:extLst>
              <a:ext uri="{FF2B5EF4-FFF2-40B4-BE49-F238E27FC236}">
                <a16:creationId xmlns:a16="http://schemas.microsoft.com/office/drawing/2014/main" id="{FDFD6493-AA4E-1F1C-ED83-B282A48B77DD}"/>
              </a:ext>
            </a:extLst>
          </p:cNvPr>
          <p:cNvSpPr/>
          <p:nvPr/>
        </p:nvSpPr>
        <p:spPr>
          <a:xfrm>
            <a:off x="7108974" y="1630844"/>
            <a:ext cx="4348168" cy="703340"/>
          </a:xfrm>
          <a:prstGeom prst="accentCallout2">
            <a:avLst>
              <a:gd name="adj1" fmla="val 18751"/>
              <a:gd name="adj2" fmla="val -1852"/>
              <a:gd name="adj3" fmla="val 18750"/>
              <a:gd name="adj4" fmla="val -9365"/>
              <a:gd name="adj5" fmla="val 297926"/>
              <a:gd name="adj6" fmla="val -1227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rgbClr val="FF0000"/>
                </a:solidFill>
              </a:rPr>
              <a:t>Waning :</a:t>
            </a:r>
          </a:p>
          <a:p>
            <a:r>
              <a:rPr lang="en-US" altLang="ja-JP" sz="1000" dirty="0">
                <a:solidFill>
                  <a:srgbClr val="FF0000"/>
                </a:solidFill>
              </a:rPr>
              <a:t>PDU </a:t>
            </a:r>
            <a:r>
              <a:rPr lang="en-US" altLang="ja-JP" sz="1000" dirty="0" err="1">
                <a:solidFill>
                  <a:srgbClr val="FF0000"/>
                </a:solidFill>
              </a:rPr>
              <a:t>TRx</a:t>
            </a:r>
            <a:r>
              <a:rPr lang="en-US" altLang="ja-JP" sz="1000" dirty="0">
                <a:solidFill>
                  <a:srgbClr val="FF0000"/>
                </a:solidFill>
              </a:rPr>
              <a:t> Ack. Timeout shall be implemented into Application. It’s because GpI2c can not notify PDU </a:t>
            </a:r>
            <a:r>
              <a:rPr lang="en-US" altLang="ja-JP" sz="1000" dirty="0" err="1">
                <a:solidFill>
                  <a:srgbClr val="FF0000"/>
                </a:solidFill>
              </a:rPr>
              <a:t>TRx</a:t>
            </a:r>
            <a:r>
              <a:rPr lang="en-US" altLang="ja-JP" sz="1000" dirty="0">
                <a:solidFill>
                  <a:srgbClr val="FF0000"/>
                </a:solidFill>
              </a:rPr>
              <a:t> Ack. to application if fatal error is detected such as FIFO/Queue corruption.</a:t>
            </a:r>
            <a:endParaRPr kumimoji="1" lang="ja-JP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43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Read/Write Byte Count Max/Limitation by Slave 1/2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C822D1C-1106-A066-9548-1D7FEC0E4121}"/>
              </a:ext>
            </a:extLst>
          </p:cNvPr>
          <p:cNvCxnSpPr>
            <a:cxnSpLocks/>
          </p:cNvCxnSpPr>
          <p:nvPr/>
        </p:nvCxnSpPr>
        <p:spPr>
          <a:xfrm>
            <a:off x="2307322" y="1396871"/>
            <a:ext cx="86911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753FAD0-7344-C187-3EE4-7BAF020C14AC}"/>
              </a:ext>
            </a:extLst>
          </p:cNvPr>
          <p:cNvCxnSpPr>
            <a:cxnSpLocks/>
          </p:cNvCxnSpPr>
          <p:nvPr/>
        </p:nvCxnSpPr>
        <p:spPr>
          <a:xfrm>
            <a:off x="3070887" y="817751"/>
            <a:ext cx="0" cy="2325189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DAFE09F-0BB1-1B93-376A-CF85CBEDE014}"/>
              </a:ext>
            </a:extLst>
          </p:cNvPr>
          <p:cNvSpPr/>
          <p:nvPr/>
        </p:nvSpPr>
        <p:spPr>
          <a:xfrm>
            <a:off x="3077755" y="1634746"/>
            <a:ext cx="197169" cy="22212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AD6ED76-A2AD-0B2C-5419-A2D7BF01A667}"/>
              </a:ext>
            </a:extLst>
          </p:cNvPr>
          <p:cNvSpPr/>
          <p:nvPr/>
        </p:nvSpPr>
        <p:spPr>
          <a:xfrm>
            <a:off x="3274925" y="1927911"/>
            <a:ext cx="2225548" cy="22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B47D751-EAB3-FA85-9C41-CD576A9B3AC3}"/>
              </a:ext>
            </a:extLst>
          </p:cNvPr>
          <p:cNvSpPr txBox="1"/>
          <p:nvPr/>
        </p:nvSpPr>
        <p:spPr>
          <a:xfrm>
            <a:off x="870408" y="1622696"/>
            <a:ext cx="1767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vd_g_GpI2cMaMainTask</a:t>
            </a:r>
            <a:endParaRPr lang="ja-JP" altLang="en-US" sz="1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178B8B8-C17C-1DA9-8599-260026129281}"/>
              </a:ext>
            </a:extLst>
          </p:cNvPr>
          <p:cNvSpPr txBox="1"/>
          <p:nvPr/>
        </p:nvSpPr>
        <p:spPr>
          <a:xfrm>
            <a:off x="905242" y="1916401"/>
            <a:ext cx="25668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vd_g_GpI2cMaIRQTRx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ED978A6-06A7-7E07-5A3A-B5455F445B8A}"/>
              </a:ext>
            </a:extLst>
          </p:cNvPr>
          <p:cNvCxnSpPr>
            <a:cxnSpLocks/>
          </p:cNvCxnSpPr>
          <p:nvPr/>
        </p:nvCxnSpPr>
        <p:spPr>
          <a:xfrm>
            <a:off x="3078507" y="1105134"/>
            <a:ext cx="550624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7924114-9F6A-7400-D6EF-689D2B4152F8}"/>
              </a:ext>
            </a:extLst>
          </p:cNvPr>
          <p:cNvSpPr/>
          <p:nvPr/>
        </p:nvSpPr>
        <p:spPr>
          <a:xfrm>
            <a:off x="8584002" y="1634746"/>
            <a:ext cx="197169" cy="22212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210D4034-96F9-DF9C-7F61-9D67E8250A2C}"/>
              </a:ext>
            </a:extLst>
          </p:cNvPr>
          <p:cNvCxnSpPr>
            <a:cxnSpLocks/>
          </p:cNvCxnSpPr>
          <p:nvPr/>
        </p:nvCxnSpPr>
        <p:spPr>
          <a:xfrm>
            <a:off x="8577134" y="896129"/>
            <a:ext cx="0" cy="1389873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7E96FD59-7755-0702-0455-0ED8B6661D77}"/>
              </a:ext>
            </a:extLst>
          </p:cNvPr>
          <p:cNvCxnSpPr>
            <a:cxnSpLocks/>
          </p:cNvCxnSpPr>
          <p:nvPr/>
        </p:nvCxnSpPr>
        <p:spPr>
          <a:xfrm>
            <a:off x="992328" y="1871488"/>
            <a:ext cx="10006148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206F1CC-417F-3B53-AABA-0D751E233798}"/>
              </a:ext>
            </a:extLst>
          </p:cNvPr>
          <p:cNvCxnSpPr>
            <a:cxnSpLocks/>
          </p:cNvCxnSpPr>
          <p:nvPr/>
        </p:nvCxnSpPr>
        <p:spPr>
          <a:xfrm>
            <a:off x="992328" y="2163709"/>
            <a:ext cx="10006148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5F4CBBD-4A22-90FE-485D-F99E465200F0}"/>
              </a:ext>
            </a:extLst>
          </p:cNvPr>
          <p:cNvSpPr/>
          <p:nvPr/>
        </p:nvSpPr>
        <p:spPr>
          <a:xfrm>
            <a:off x="8781171" y="1927911"/>
            <a:ext cx="2217303" cy="22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D10CBFA-AF16-DC9B-6680-585EE8A6DBDD}"/>
              </a:ext>
            </a:extLst>
          </p:cNvPr>
          <p:cNvCxnSpPr>
            <a:cxnSpLocks/>
          </p:cNvCxnSpPr>
          <p:nvPr/>
        </p:nvCxnSpPr>
        <p:spPr>
          <a:xfrm>
            <a:off x="3274925" y="1652676"/>
            <a:ext cx="0" cy="4106355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A3AADF6-2EC7-BEBC-0E5E-876482DA3834}"/>
              </a:ext>
            </a:extLst>
          </p:cNvPr>
          <p:cNvCxnSpPr>
            <a:cxnSpLocks/>
          </p:cNvCxnSpPr>
          <p:nvPr/>
        </p:nvCxnSpPr>
        <p:spPr>
          <a:xfrm>
            <a:off x="6492742" y="1652676"/>
            <a:ext cx="0" cy="1490264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E19A259-E909-4A6B-5AB5-AB30729DAA79}"/>
              </a:ext>
            </a:extLst>
          </p:cNvPr>
          <p:cNvCxnSpPr>
            <a:cxnSpLocks/>
          </p:cNvCxnSpPr>
          <p:nvPr/>
        </p:nvCxnSpPr>
        <p:spPr>
          <a:xfrm>
            <a:off x="3070887" y="2737991"/>
            <a:ext cx="3421855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631B1C2-8D67-B839-42C5-B15873A1E6E4}"/>
              </a:ext>
            </a:extLst>
          </p:cNvPr>
          <p:cNvSpPr txBox="1"/>
          <p:nvPr/>
        </p:nvSpPr>
        <p:spPr>
          <a:xfrm>
            <a:off x="3056416" y="2536920"/>
            <a:ext cx="3493264" cy="19428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sz="10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GpI2C Total Throughput Budge [microseconds]</a:t>
            </a:r>
            <a:endParaRPr kumimoji="1" lang="ja-JP" alt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6F7948EE-8622-C083-AE0D-04F852694975}"/>
              </a:ext>
            </a:extLst>
          </p:cNvPr>
          <p:cNvSpPr txBox="1"/>
          <p:nvPr/>
        </p:nvSpPr>
        <p:spPr>
          <a:xfrm>
            <a:off x="3633197" y="912237"/>
            <a:ext cx="4339650" cy="193771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Execution Cycle of </a:t>
            </a:r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vd_g_GpI2cMaMainTask [milliseconds]</a:t>
            </a:r>
            <a:endParaRPr lang="ja-JP" altLang="en-US" sz="1000" dirty="0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D81B46D6-5C44-B29F-2F38-66EEF369E919}"/>
              </a:ext>
            </a:extLst>
          </p:cNvPr>
          <p:cNvGrpSpPr/>
          <p:nvPr/>
        </p:nvGrpSpPr>
        <p:grpSpPr>
          <a:xfrm>
            <a:off x="905242" y="3696546"/>
            <a:ext cx="5747657" cy="407160"/>
            <a:chOff x="444137" y="3930899"/>
            <a:chExt cx="5747657" cy="407160"/>
          </a:xfrm>
        </p:grpSpPr>
        <p:sp>
          <p:nvSpPr>
            <p:cNvPr id="21" name="六角形 20">
              <a:extLst>
                <a:ext uri="{FF2B5EF4-FFF2-40B4-BE49-F238E27FC236}">
                  <a16:creationId xmlns:a16="http://schemas.microsoft.com/office/drawing/2014/main" id="{9C833026-D658-5835-D5CB-9737F0432AC7}"/>
                </a:ext>
              </a:extLst>
            </p:cNvPr>
            <p:cNvSpPr/>
            <p:nvPr/>
          </p:nvSpPr>
          <p:spPr>
            <a:xfrm>
              <a:off x="2813820" y="3941409"/>
              <a:ext cx="950184" cy="396650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M-PDU#0</a:t>
              </a:r>
            </a:p>
            <a:p>
              <a:pPr algn="ctr"/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M-RWC#0</a:t>
              </a:r>
              <a:endPara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9" name="六角形 68">
              <a:extLst>
                <a:ext uri="{FF2B5EF4-FFF2-40B4-BE49-F238E27FC236}">
                  <a16:creationId xmlns:a16="http://schemas.microsoft.com/office/drawing/2014/main" id="{A22E907F-6EC1-C585-655B-7154136B18B4}"/>
                </a:ext>
              </a:extLst>
            </p:cNvPr>
            <p:cNvSpPr/>
            <p:nvPr/>
          </p:nvSpPr>
          <p:spPr>
            <a:xfrm>
              <a:off x="3764004" y="3941409"/>
              <a:ext cx="950184" cy="396650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M-PDU#1</a:t>
              </a:r>
            </a:p>
            <a:p>
              <a:pPr algn="ctr"/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M-RWC#1</a:t>
              </a:r>
              <a:endPara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六角形 70">
              <a:extLst>
                <a:ext uri="{FF2B5EF4-FFF2-40B4-BE49-F238E27FC236}">
                  <a16:creationId xmlns:a16="http://schemas.microsoft.com/office/drawing/2014/main" id="{13012D52-B3DB-3436-508F-77F75F20F2AB}"/>
                </a:ext>
              </a:extLst>
            </p:cNvPr>
            <p:cNvSpPr/>
            <p:nvPr/>
          </p:nvSpPr>
          <p:spPr>
            <a:xfrm>
              <a:off x="5241610" y="3941409"/>
              <a:ext cx="950184" cy="396650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M-PDU#m</a:t>
              </a:r>
              <a:endPara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M-RWC#m</a:t>
              </a:r>
              <a:endPara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CF5C02E9-05F9-6D21-84FB-6B33B0A6D0CE}"/>
                </a:ext>
              </a:extLst>
            </p:cNvPr>
            <p:cNvSpPr txBox="1"/>
            <p:nvPr/>
          </p:nvSpPr>
          <p:spPr>
            <a:xfrm>
              <a:off x="444137" y="3930899"/>
              <a:ext cx="249527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Slave/Device Address 0xYZ/</a:t>
              </a:r>
            </a:p>
            <a:p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GP_I2C_SLA_[M], I2C Ch.= [</a:t>
              </a:r>
              <a:r>
                <a:rPr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2" name="六角形 71">
            <a:extLst>
              <a:ext uri="{FF2B5EF4-FFF2-40B4-BE49-F238E27FC236}">
                <a16:creationId xmlns:a16="http://schemas.microsoft.com/office/drawing/2014/main" id="{002A41CA-8840-5ACF-AC64-525B225B6B70}"/>
              </a:ext>
            </a:extLst>
          </p:cNvPr>
          <p:cNvSpPr/>
          <p:nvPr/>
        </p:nvSpPr>
        <p:spPr>
          <a:xfrm>
            <a:off x="6662698" y="4290236"/>
            <a:ext cx="950184" cy="396650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N-PDU#0</a:t>
            </a:r>
          </a:p>
          <a:p>
            <a:pPr algn="ctr"/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N-RWC#0</a:t>
            </a:r>
            <a:endParaRPr kumimoji="1" lang="ja-JP" altLang="en-US" sz="10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3" name="六角形 72">
            <a:extLst>
              <a:ext uri="{FF2B5EF4-FFF2-40B4-BE49-F238E27FC236}">
                <a16:creationId xmlns:a16="http://schemas.microsoft.com/office/drawing/2014/main" id="{0DEC552C-C8DD-CECC-CF12-EE3E15EEA405}"/>
              </a:ext>
            </a:extLst>
          </p:cNvPr>
          <p:cNvSpPr/>
          <p:nvPr/>
        </p:nvSpPr>
        <p:spPr>
          <a:xfrm>
            <a:off x="7612882" y="4290236"/>
            <a:ext cx="950184" cy="396650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N-PDU#1</a:t>
            </a:r>
          </a:p>
          <a:p>
            <a:pPr algn="ctr"/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N-RWC#1</a:t>
            </a:r>
            <a:endParaRPr kumimoji="1" lang="ja-JP" altLang="en-US" sz="10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六角形 77">
            <a:extLst>
              <a:ext uri="{FF2B5EF4-FFF2-40B4-BE49-F238E27FC236}">
                <a16:creationId xmlns:a16="http://schemas.microsoft.com/office/drawing/2014/main" id="{41AE9B5C-6D9D-9234-D435-6926DF4958D5}"/>
              </a:ext>
            </a:extLst>
          </p:cNvPr>
          <p:cNvSpPr/>
          <p:nvPr/>
        </p:nvSpPr>
        <p:spPr>
          <a:xfrm>
            <a:off x="9038158" y="4290236"/>
            <a:ext cx="950184" cy="396650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N-PDU#n</a:t>
            </a:r>
            <a:endParaRPr kumimoji="1" lang="en-US" altLang="ja-JP" sz="10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ja-JP" sz="10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N-RWC#n</a:t>
            </a:r>
            <a:endParaRPr kumimoji="1" lang="ja-JP" altLang="en-US" sz="10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109065F-776E-156F-0791-1B5325BFF8E8}"/>
              </a:ext>
            </a:extLst>
          </p:cNvPr>
          <p:cNvSpPr txBox="1"/>
          <p:nvPr/>
        </p:nvSpPr>
        <p:spPr>
          <a:xfrm>
            <a:off x="905240" y="4289251"/>
            <a:ext cx="26233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Slave/Device Address 0xVW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GP_I2C_SLA_[N], I2C Ch.= [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C7AE059D-542A-7825-945F-6615C6183449}"/>
              </a:ext>
            </a:extLst>
          </p:cNvPr>
          <p:cNvCxnSpPr>
            <a:cxnSpLocks/>
          </p:cNvCxnSpPr>
          <p:nvPr/>
        </p:nvCxnSpPr>
        <p:spPr>
          <a:xfrm>
            <a:off x="992328" y="4196971"/>
            <a:ext cx="10006148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F70EFDBC-67A8-7A95-A3FB-0EE51B16FBDE}"/>
              </a:ext>
            </a:extLst>
          </p:cNvPr>
          <p:cNvCxnSpPr>
            <a:cxnSpLocks/>
          </p:cNvCxnSpPr>
          <p:nvPr/>
        </p:nvCxnSpPr>
        <p:spPr>
          <a:xfrm>
            <a:off x="992328" y="3613791"/>
            <a:ext cx="10006148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958D883C-119D-65BD-81F1-A627BCE0E086}"/>
              </a:ext>
            </a:extLst>
          </p:cNvPr>
          <p:cNvCxnSpPr>
            <a:cxnSpLocks/>
          </p:cNvCxnSpPr>
          <p:nvPr/>
        </p:nvCxnSpPr>
        <p:spPr>
          <a:xfrm>
            <a:off x="992328" y="4780151"/>
            <a:ext cx="10006148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BE01B8F9-5B57-D673-0C8E-431086874DA2}"/>
              </a:ext>
            </a:extLst>
          </p:cNvPr>
          <p:cNvSpPr/>
          <p:nvPr/>
        </p:nvSpPr>
        <p:spPr>
          <a:xfrm>
            <a:off x="6496145" y="3134230"/>
            <a:ext cx="3499816" cy="2624801"/>
          </a:xfrm>
          <a:custGeom>
            <a:avLst/>
            <a:gdLst>
              <a:gd name="connsiteX0" fmla="*/ 0 w 3579223"/>
              <a:gd name="connsiteY0" fmla="*/ 0 h 1915886"/>
              <a:gd name="connsiteX1" fmla="*/ 3579223 w 3579223"/>
              <a:gd name="connsiteY1" fmla="*/ 374469 h 1915886"/>
              <a:gd name="connsiteX2" fmla="*/ 3579223 w 3579223"/>
              <a:gd name="connsiteY2" fmla="*/ 1915886 h 1915886"/>
              <a:gd name="connsiteX0" fmla="*/ 0 w 3587033"/>
              <a:gd name="connsiteY0" fmla="*/ 0 h 2603743"/>
              <a:gd name="connsiteX1" fmla="*/ 3579223 w 3587033"/>
              <a:gd name="connsiteY1" fmla="*/ 374469 h 2603743"/>
              <a:gd name="connsiteX2" fmla="*/ 3587033 w 3587033"/>
              <a:gd name="connsiteY2" fmla="*/ 2603743 h 2603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7033" h="2603743">
                <a:moveTo>
                  <a:pt x="0" y="0"/>
                </a:moveTo>
                <a:lnTo>
                  <a:pt x="3579223" y="374469"/>
                </a:lnTo>
                <a:cubicBezTo>
                  <a:pt x="3579223" y="888275"/>
                  <a:pt x="3587033" y="2089937"/>
                  <a:pt x="3587033" y="2603743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5AA55FE0-87FC-132B-A224-694B575E835F}"/>
              </a:ext>
            </a:extLst>
          </p:cNvPr>
          <p:cNvCxnSpPr>
            <a:cxnSpLocks/>
          </p:cNvCxnSpPr>
          <p:nvPr/>
        </p:nvCxnSpPr>
        <p:spPr>
          <a:xfrm rot="5400000">
            <a:off x="5407578" y="3803106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BD03F63-FAA3-0893-4C6C-6CFCAD1F63C1}"/>
              </a:ext>
            </a:extLst>
          </p:cNvPr>
          <p:cNvCxnSpPr>
            <a:cxnSpLocks/>
          </p:cNvCxnSpPr>
          <p:nvPr/>
        </p:nvCxnSpPr>
        <p:spPr>
          <a:xfrm rot="5400000">
            <a:off x="8809363" y="4399645"/>
            <a:ext cx="0" cy="192332"/>
          </a:xfrm>
          <a:prstGeom prst="line">
            <a:avLst/>
          </a:prstGeom>
          <a:ln w="34925">
            <a:solidFill>
              <a:schemeClr val="bg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1146C99-9A48-DAAF-0C08-B500F70EF261}"/>
              </a:ext>
            </a:extLst>
          </p:cNvPr>
          <p:cNvSpPr/>
          <p:nvPr/>
        </p:nvSpPr>
        <p:spPr>
          <a:xfrm>
            <a:off x="5500472" y="1927911"/>
            <a:ext cx="992269" cy="223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097BB71F-E3B3-5347-CC85-3DE2FC9EFF60}"/>
              </a:ext>
            </a:extLst>
          </p:cNvPr>
          <p:cNvCxnSpPr>
            <a:cxnSpLocks/>
          </p:cNvCxnSpPr>
          <p:nvPr/>
        </p:nvCxnSpPr>
        <p:spPr>
          <a:xfrm>
            <a:off x="5500472" y="1652676"/>
            <a:ext cx="0" cy="1490264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2E1AAB34-3A91-233C-C1BA-BAE53931F9B6}"/>
              </a:ext>
            </a:extLst>
          </p:cNvPr>
          <p:cNvSpPr/>
          <p:nvPr/>
        </p:nvSpPr>
        <p:spPr>
          <a:xfrm>
            <a:off x="5496350" y="3149727"/>
            <a:ext cx="1156549" cy="1915886"/>
          </a:xfrm>
          <a:custGeom>
            <a:avLst/>
            <a:gdLst>
              <a:gd name="connsiteX0" fmla="*/ 0 w 3579223"/>
              <a:gd name="connsiteY0" fmla="*/ 0 h 1915886"/>
              <a:gd name="connsiteX1" fmla="*/ 3579223 w 3579223"/>
              <a:gd name="connsiteY1" fmla="*/ 374469 h 1915886"/>
              <a:gd name="connsiteX2" fmla="*/ 3579223 w 3579223"/>
              <a:gd name="connsiteY2" fmla="*/ 1915886 h 191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9223" h="1915886">
                <a:moveTo>
                  <a:pt x="0" y="0"/>
                </a:moveTo>
                <a:lnTo>
                  <a:pt x="3579223" y="374469"/>
                </a:lnTo>
                <a:lnTo>
                  <a:pt x="3579223" y="1915886"/>
                </a:ln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D14AF7C6-9D06-8B11-7547-7A65E56A1697}"/>
              </a:ext>
            </a:extLst>
          </p:cNvPr>
          <p:cNvCxnSpPr>
            <a:cxnSpLocks/>
          </p:cNvCxnSpPr>
          <p:nvPr/>
        </p:nvCxnSpPr>
        <p:spPr>
          <a:xfrm>
            <a:off x="3274924" y="4938266"/>
            <a:ext cx="3377975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9232E012-2398-24A1-973A-8946CD61D711}"/>
              </a:ext>
            </a:extLst>
          </p:cNvPr>
          <p:cNvCxnSpPr>
            <a:cxnSpLocks/>
          </p:cNvCxnSpPr>
          <p:nvPr/>
        </p:nvCxnSpPr>
        <p:spPr>
          <a:xfrm>
            <a:off x="6662698" y="4933367"/>
            <a:ext cx="3325643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66A76A37-E1A2-EBF3-DB74-22B02BAD65FE}"/>
              </a:ext>
            </a:extLst>
          </p:cNvPr>
          <p:cNvSpPr txBox="1"/>
          <p:nvPr/>
        </p:nvSpPr>
        <p:spPr>
          <a:xfrm>
            <a:off x="3528558" y="5032067"/>
            <a:ext cx="2957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st_gp_GP_I2C_MA_SLA[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.u2_rwc_max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&lt;= M-RWC#0 + M-RWC#1 + .. +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M-RWC#m</a:t>
            </a:r>
            <a:endParaRPr lang="en-US" altLang="ja-JP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09B78D2D-2BAC-5341-EB1E-7E3F80A7606C}"/>
              </a:ext>
            </a:extLst>
          </p:cNvPr>
          <p:cNvSpPr txBox="1"/>
          <p:nvPr/>
        </p:nvSpPr>
        <p:spPr>
          <a:xfrm>
            <a:off x="6859656" y="5032067"/>
            <a:ext cx="3014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st_gp_GP_I2C_MA_SLA[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.u2_rwc_max</a:t>
            </a:r>
          </a:p>
          <a:p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N-RWC#0 + N-0RWC#1 + .. + 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N-RWC#n</a:t>
            </a:r>
            <a:endParaRPr lang="en-US" altLang="ja-JP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CBE7495-18EC-60D6-67F3-6A5ED3FCDB44}"/>
              </a:ext>
            </a:extLst>
          </p:cNvPr>
          <p:cNvCxnSpPr>
            <a:cxnSpLocks/>
          </p:cNvCxnSpPr>
          <p:nvPr/>
        </p:nvCxnSpPr>
        <p:spPr>
          <a:xfrm>
            <a:off x="3274924" y="5616446"/>
            <a:ext cx="6713417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348516CD-75B0-CA74-C58D-0F34A9084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197" y="5661658"/>
            <a:ext cx="592011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st_gp_GP_I2C_MA_CH[</a:t>
            </a:r>
            <a:r>
              <a:rPr kumimoji="0" lang="en-US" altLang="ja-JP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kumimoji="0" lang="ja-JP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0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.u2_nque &gt;= [number of M-PDU] + [number of N-PDU</a:t>
            </a:r>
            <a:r>
              <a:rPr kumimoji="0" lang="en-US" altLang="ja-JP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0" lang="ja-JP" altLang="en-US" sz="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＋ </a:t>
            </a:r>
            <a:r>
              <a:rPr kumimoji="0" lang="en-US" altLang="ja-JP" sz="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kumimoji="0" lang="ja-JP" altLang="ja-JP" sz="1800" b="1" i="1" strike="noStrike" cap="none" normalizeH="0" baseline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吹き出し: 折線 (強調線付き) 1">
            <a:extLst>
              <a:ext uri="{FF2B5EF4-FFF2-40B4-BE49-F238E27FC236}">
                <a16:creationId xmlns:a16="http://schemas.microsoft.com/office/drawing/2014/main" id="{DCD63291-CECA-AB45-7144-377F1C42553B}"/>
              </a:ext>
            </a:extLst>
          </p:cNvPr>
          <p:cNvSpPr/>
          <p:nvPr/>
        </p:nvSpPr>
        <p:spPr>
          <a:xfrm>
            <a:off x="8399465" y="2364500"/>
            <a:ext cx="3212593" cy="853544"/>
          </a:xfrm>
          <a:prstGeom prst="accentCallout2">
            <a:avLst>
              <a:gd name="adj1" fmla="val 18751"/>
              <a:gd name="adj2" fmla="val -2795"/>
              <a:gd name="adj3" fmla="val 18750"/>
              <a:gd name="adj4" fmla="val -16667"/>
              <a:gd name="adj5" fmla="val 323873"/>
              <a:gd name="adj6" fmla="val -67782"/>
            </a:avLst>
          </a:prstGeom>
          <a:solidFill>
            <a:schemeClr val="bg1"/>
          </a:solidFill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送受信</a:t>
            </a:r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Read/Write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可能な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Frame/Byte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数の最大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上限値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:u2_rwc_max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を</a:t>
            </a:r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Slave</a:t>
            </a:r>
            <a:r>
              <a: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毎に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設けることで各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Slave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I2C-Bus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占有時間を確保する。また、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通信による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RH850/U2A-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CPU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占有時間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/Throughput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も合わせて予測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設計可能とする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30E244D-8771-EE43-1948-FD98628F6130}"/>
              </a:ext>
            </a:extLst>
          </p:cNvPr>
          <p:cNvSpPr/>
          <p:nvPr/>
        </p:nvSpPr>
        <p:spPr>
          <a:xfrm>
            <a:off x="3472095" y="4993541"/>
            <a:ext cx="6411745" cy="490591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折線 (強調線付き) 3">
            <a:extLst>
              <a:ext uri="{FF2B5EF4-FFF2-40B4-BE49-F238E27FC236}">
                <a16:creationId xmlns:a16="http://schemas.microsoft.com/office/drawing/2014/main" id="{5ED8DDCD-2AC5-7695-EA94-ED5E62A2CB3C}"/>
              </a:ext>
            </a:extLst>
          </p:cNvPr>
          <p:cNvSpPr/>
          <p:nvPr/>
        </p:nvSpPr>
        <p:spPr>
          <a:xfrm flipH="1">
            <a:off x="1686395" y="5972421"/>
            <a:ext cx="5994522" cy="205134"/>
          </a:xfrm>
          <a:prstGeom prst="accentCallout2">
            <a:avLst>
              <a:gd name="adj1" fmla="val 22405"/>
              <a:gd name="adj2" fmla="val 206"/>
              <a:gd name="adj3" fmla="val 20362"/>
              <a:gd name="adj4" fmla="val -22457"/>
              <a:gd name="adj5" fmla="val -42148"/>
              <a:gd name="adj6" fmla="val -24996"/>
            </a:avLst>
          </a:prstGeom>
          <a:solidFill>
            <a:schemeClr val="bg1"/>
          </a:solidFill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PDU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送受信要求を一時保存する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FIFO/Queue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の段数を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x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段としたい場合は、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.u2_nque = x + 1</a:t>
            </a:r>
            <a:r>
              <a:rPr lang="ja-JP" altLang="en-US" sz="1000" dirty="0">
                <a:solidFill>
                  <a:schemeClr val="bg2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とすること。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130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Read/Write Byte Count Max/Limitation by Slave 2/2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38661A-B663-43C2-AC01-81FA845F86D7}"/>
              </a:ext>
            </a:extLst>
          </p:cNvPr>
          <p:cNvSpPr txBox="1"/>
          <p:nvPr/>
        </p:nvSpPr>
        <p:spPr>
          <a:xfrm>
            <a:off x="2146820" y="8709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U2      u2_g_GpI2cMaRwcRembySla(const U1 u1_a_SLA)</a:t>
            </a:r>
            <a:endParaRPr kumimoji="1" lang="ja-JP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D1E411-0930-C8FE-D283-CE92E5018217}"/>
              </a:ext>
            </a:extLst>
          </p:cNvPr>
          <p:cNvSpPr/>
          <p:nvPr/>
        </p:nvSpPr>
        <p:spPr>
          <a:xfrm>
            <a:off x="2164080" y="2176763"/>
            <a:ext cx="1508760" cy="14492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[A]</a:t>
            </a:r>
            <a:endParaRPr kumimoji="1" lang="ja-JP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966E74-A675-3B75-2D3E-F5DC24E59C1C}"/>
              </a:ext>
            </a:extLst>
          </p:cNvPr>
          <p:cNvSpPr/>
          <p:nvPr/>
        </p:nvSpPr>
        <p:spPr>
          <a:xfrm>
            <a:off x="6301740" y="2181875"/>
            <a:ext cx="3352800" cy="3108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78A84A6-1563-21CF-A4DE-42DBE1D779B0}"/>
              </a:ext>
            </a:extLst>
          </p:cNvPr>
          <p:cNvSpPr/>
          <p:nvPr/>
        </p:nvSpPr>
        <p:spPr>
          <a:xfrm>
            <a:off x="2164080" y="3769343"/>
            <a:ext cx="1508760" cy="14492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[B]</a:t>
            </a:r>
            <a:endParaRPr kumimoji="1" lang="ja-JP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07BCBF-3527-88E6-0147-1BFB88137122}"/>
              </a:ext>
            </a:extLst>
          </p:cNvPr>
          <p:cNvSpPr txBox="1"/>
          <p:nvPr/>
        </p:nvSpPr>
        <p:spPr>
          <a:xfrm>
            <a:off x="8663940" y="2243731"/>
            <a:ext cx="98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GpI2C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0B47D59-D48C-5EB1-BEF6-798C4750E831}"/>
              </a:ext>
            </a:extLst>
          </p:cNvPr>
          <p:cNvCxnSpPr/>
          <p:nvPr/>
        </p:nvCxnSpPr>
        <p:spPr>
          <a:xfrm>
            <a:off x="3672840" y="2649204"/>
            <a:ext cx="262890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07B743F-1E65-ABDE-AB4B-8BDA5053BA8E}"/>
              </a:ext>
            </a:extLst>
          </p:cNvPr>
          <p:cNvCxnSpPr>
            <a:cxnSpLocks/>
          </p:cNvCxnSpPr>
          <p:nvPr/>
        </p:nvCxnSpPr>
        <p:spPr>
          <a:xfrm flipH="1">
            <a:off x="3672840" y="3152124"/>
            <a:ext cx="2628900" cy="0"/>
          </a:xfrm>
          <a:prstGeom prst="straightConnector1">
            <a:avLst/>
          </a:prstGeom>
          <a:ln>
            <a:solidFill>
              <a:schemeClr val="bg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CDD2959-1A86-77D7-18C4-AE79858F2D38}"/>
              </a:ext>
            </a:extLst>
          </p:cNvPr>
          <p:cNvSpPr txBox="1"/>
          <p:nvPr/>
        </p:nvSpPr>
        <p:spPr>
          <a:xfrm>
            <a:off x="4290060" y="2399283"/>
            <a:ext cx="3581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u2_g_GpI2cMaRwcRembySla(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GP_I2C_</a:t>
            </a:r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SLA_[M])</a:t>
            </a:r>
            <a:endParaRPr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AAA4E3E-783C-8B1D-DCAE-D2D79958900B}"/>
              </a:ext>
            </a:extLst>
          </p:cNvPr>
          <p:cNvSpPr txBox="1"/>
          <p:nvPr/>
        </p:nvSpPr>
        <p:spPr>
          <a:xfrm>
            <a:off x="4290060" y="3974159"/>
            <a:ext cx="3581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u2_g_GpI2cMaRwcRembySla(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GP_I2C_</a:t>
            </a:r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SLA_[N])</a:t>
            </a:r>
            <a:endParaRPr lang="ja-JP" altLang="en-US" sz="1000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5DC7C521-DC38-6848-9FE8-2347C52241FD}"/>
              </a:ext>
            </a:extLst>
          </p:cNvPr>
          <p:cNvCxnSpPr/>
          <p:nvPr/>
        </p:nvCxnSpPr>
        <p:spPr>
          <a:xfrm>
            <a:off x="3672840" y="4218924"/>
            <a:ext cx="262890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D3EE136-9DAB-069F-1993-421B88A120B2}"/>
              </a:ext>
            </a:extLst>
          </p:cNvPr>
          <p:cNvCxnSpPr>
            <a:cxnSpLocks/>
          </p:cNvCxnSpPr>
          <p:nvPr/>
        </p:nvCxnSpPr>
        <p:spPr>
          <a:xfrm flipH="1">
            <a:off x="3672840" y="4752324"/>
            <a:ext cx="2628900" cy="0"/>
          </a:xfrm>
          <a:prstGeom prst="straightConnector1">
            <a:avLst/>
          </a:prstGeom>
          <a:ln>
            <a:solidFill>
              <a:schemeClr val="bg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6883AA5-94F7-8E2B-E7E5-938447C869D3}"/>
              </a:ext>
            </a:extLst>
          </p:cNvPr>
          <p:cNvSpPr txBox="1"/>
          <p:nvPr/>
        </p:nvSpPr>
        <p:spPr>
          <a:xfrm>
            <a:off x="4290060" y="3162472"/>
            <a:ext cx="6080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u2_t_rwc = ((GpI2C = Activated) and (Req/FIFO = No Control)) ? </a:t>
            </a:r>
          </a:p>
          <a:p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ja-JP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st_gp_GP_I2C_MA_SLA[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ja-JP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.u2_rwc_max - </a:t>
            </a:r>
            <a:r>
              <a:rPr lang="pl-PL" altLang="ja-JP" sz="11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u2_gp_gpi2c_ma_rwc_by_sla</a:t>
            </a:r>
            <a:r>
              <a:rPr lang="pl-PL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pl-PL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0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9CC8886-E521-EE84-AFFB-25A04130B45E}"/>
              </a:ext>
            </a:extLst>
          </p:cNvPr>
          <p:cNvSpPr txBox="1"/>
          <p:nvPr/>
        </p:nvSpPr>
        <p:spPr>
          <a:xfrm>
            <a:off x="4290060" y="4762881"/>
            <a:ext cx="6080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u2_t_rwc = ((GpI2C = Activated) and (Req/FIFO = No Control)) ? </a:t>
            </a:r>
          </a:p>
          <a:p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ja-JP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st_gp_GP_I2C_MA_SLA[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ja-JP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.u2_rwc_max - </a:t>
            </a:r>
            <a:r>
              <a:rPr lang="pl-PL" altLang="ja-JP" sz="11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u2_gp_gpi2c_ma_rwc_by_sla</a:t>
            </a:r>
            <a:r>
              <a:rPr lang="pl-PL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pl-PL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ja-JP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0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CF66C81-A57E-22F3-8928-ABADFEDAD661}"/>
              </a:ext>
            </a:extLst>
          </p:cNvPr>
          <p:cNvSpPr txBox="1"/>
          <p:nvPr/>
        </p:nvSpPr>
        <p:spPr>
          <a:xfrm>
            <a:off x="6096000" y="5486424"/>
            <a:ext cx="4293640" cy="78739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pl-PL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u2_gp_gpi2c_ma_rwc_by_sla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[]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はアプリからの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PDU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送受信要求に含まれる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Read/Write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Count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を加算、送受信要求の実行完了、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通知後に減算した値を保持。</a:t>
            </a:r>
            <a:endParaRPr lang="en-US" altLang="ja-JP" sz="1000" dirty="0">
              <a:solidFill>
                <a:schemeClr val="bg2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8D055A-771C-ABF5-DBA8-7FF85435B1B3}"/>
              </a:ext>
            </a:extLst>
          </p:cNvPr>
          <p:cNvSpPr txBox="1"/>
          <p:nvPr/>
        </p:nvSpPr>
        <p:spPr>
          <a:xfrm>
            <a:off x="6096000" y="1276022"/>
            <a:ext cx="4293640" cy="72241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u2_g_GpI2cMaRwcRembySla</a:t>
            </a:r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戻り値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:</a:t>
            </a:r>
            <a:endParaRPr kumimoji="1"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制御状態に依存した</a:t>
            </a:r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送受信可能な</a:t>
            </a:r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Read/Write byte</a:t>
            </a:r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数。</a:t>
            </a:r>
            <a:endParaRPr kumimoji="1"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制御状態で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Application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からの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PDU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送受信要求が受領できない場合は</a:t>
            </a:r>
            <a:r>
              <a:rPr lang="en-US" altLang="ja-JP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0</a:t>
            </a:r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が戻り値となる。</a:t>
            </a:r>
            <a:endParaRPr lang="en-US" altLang="ja-JP" sz="1000" dirty="0">
              <a:solidFill>
                <a:schemeClr val="bg2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endParaRPr lang="ja-JP" altLang="en-US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40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1/12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88F9846-49A6-9145-79CF-4DF429C0FC86}"/>
              </a:ext>
            </a:extLst>
          </p:cNvPr>
          <p:cNvSpPr/>
          <p:nvPr/>
        </p:nvSpPr>
        <p:spPr>
          <a:xfrm>
            <a:off x="1645276" y="801736"/>
            <a:ext cx="6157853" cy="2625320"/>
          </a:xfrm>
          <a:prstGeom prst="roundRect">
            <a:avLst>
              <a:gd name="adj" fmla="val 34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4476CEC-A475-4F10-4D01-5433CBBBA887}"/>
              </a:ext>
            </a:extLst>
          </p:cNvPr>
          <p:cNvSpPr/>
          <p:nvPr/>
        </p:nvSpPr>
        <p:spPr>
          <a:xfrm>
            <a:off x="750257" y="1470374"/>
            <a:ext cx="644302" cy="64430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INA</a:t>
            </a:r>
            <a:endParaRPr kumimoji="1" lang="ja-JP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2036ACD-DB86-247D-3075-00DFB0C76811}"/>
              </a:ext>
            </a:extLst>
          </p:cNvPr>
          <p:cNvSpPr/>
          <p:nvPr/>
        </p:nvSpPr>
        <p:spPr>
          <a:xfrm>
            <a:off x="3015453" y="1470374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C98D39D-7CCF-291C-B7D4-418B6594C490}"/>
              </a:ext>
            </a:extLst>
          </p:cNvPr>
          <p:cNvSpPr/>
          <p:nvPr/>
        </p:nvSpPr>
        <p:spPr>
          <a:xfrm>
            <a:off x="4148051" y="1470374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DEFCCD8-70E7-5BF0-4E2E-726A71D18ECF}"/>
              </a:ext>
            </a:extLst>
          </p:cNvPr>
          <p:cNvSpPr/>
          <p:nvPr/>
        </p:nvSpPr>
        <p:spPr>
          <a:xfrm>
            <a:off x="5280648" y="1470374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WEN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4B41FDC-3AC0-7B84-EF28-202AE3443891}"/>
              </a:ext>
            </a:extLst>
          </p:cNvPr>
          <p:cNvSpPr/>
          <p:nvPr/>
        </p:nvSpPr>
        <p:spPr>
          <a:xfrm>
            <a:off x="4148051" y="2285434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7653754-1031-4C32-1631-A4ECF1AEEE10}"/>
              </a:ext>
            </a:extLst>
          </p:cNvPr>
          <p:cNvSpPr/>
          <p:nvPr/>
        </p:nvSpPr>
        <p:spPr>
          <a:xfrm>
            <a:off x="6413247" y="1470374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97F7150-C9F8-5392-F26B-269B8FEB490A}"/>
              </a:ext>
            </a:extLst>
          </p:cNvPr>
          <p:cNvSpPr/>
          <p:nvPr/>
        </p:nvSpPr>
        <p:spPr>
          <a:xfrm>
            <a:off x="1882855" y="1470374"/>
            <a:ext cx="644302" cy="644302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endParaRPr kumimoji="1" lang="ja-JP" altLang="en-US" sz="14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369AAC1-58A7-6498-A864-AB0C02D1D596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1394559" y="1792525"/>
            <a:ext cx="48829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FEBB105-1F82-5569-17FE-B9C6148B371C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2527157" y="1792525"/>
            <a:ext cx="48829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636216F-82E4-DDAF-0C16-B4BE1C2DC462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>
            <a:off x="3659755" y="1792525"/>
            <a:ext cx="145761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フローチャート: 判断 21">
            <a:extLst>
              <a:ext uri="{FF2B5EF4-FFF2-40B4-BE49-F238E27FC236}">
                <a16:creationId xmlns:a16="http://schemas.microsoft.com/office/drawing/2014/main" id="{A0178BC2-FC4E-EC7A-28B3-5A70552B2F8C}"/>
              </a:ext>
            </a:extLst>
          </p:cNvPr>
          <p:cNvSpPr/>
          <p:nvPr/>
        </p:nvSpPr>
        <p:spPr>
          <a:xfrm>
            <a:off x="3805515" y="1720343"/>
            <a:ext cx="215470" cy="14436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6905A6D0-82B2-0A3B-64DD-95AA1A5D50BD}"/>
              </a:ext>
            </a:extLst>
          </p:cNvPr>
          <p:cNvCxnSpPr>
            <a:cxnSpLocks/>
            <a:stCxn id="22" idx="2"/>
            <a:endCxn id="7" idx="1"/>
          </p:cNvCxnSpPr>
          <p:nvPr/>
        </p:nvCxnSpPr>
        <p:spPr>
          <a:xfrm rot="16200000" flipH="1">
            <a:off x="3659212" y="2118745"/>
            <a:ext cx="742877" cy="234800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7F5DB335-6E68-E38D-B535-AEB6D705717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020985" y="1792525"/>
            <a:ext cx="127066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3716C1E4-1D87-03A1-DD9B-D4486FB7E093}"/>
              </a:ext>
            </a:extLst>
          </p:cNvPr>
          <p:cNvCxnSpPr>
            <a:cxnSpLocks/>
            <a:stCxn id="22" idx="0"/>
            <a:endCxn id="8" idx="0"/>
          </p:cNvCxnSpPr>
          <p:nvPr/>
        </p:nvCxnSpPr>
        <p:spPr>
          <a:xfrm rot="5400000" flipH="1" flipV="1">
            <a:off x="5199340" y="184285"/>
            <a:ext cx="249968" cy="2822148"/>
          </a:xfrm>
          <a:prstGeom prst="bentConnector3">
            <a:avLst>
              <a:gd name="adj1" fmla="val 24260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フローチャート: 判断 40">
            <a:extLst>
              <a:ext uri="{FF2B5EF4-FFF2-40B4-BE49-F238E27FC236}">
                <a16:creationId xmlns:a16="http://schemas.microsoft.com/office/drawing/2014/main" id="{BBC43167-583C-D6F5-FA13-319309A21BF3}"/>
              </a:ext>
            </a:extLst>
          </p:cNvPr>
          <p:cNvSpPr/>
          <p:nvPr/>
        </p:nvSpPr>
        <p:spPr>
          <a:xfrm>
            <a:off x="4938112" y="2535401"/>
            <a:ext cx="215470" cy="14436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42" name="フローチャート: 判断 41">
            <a:extLst>
              <a:ext uri="{FF2B5EF4-FFF2-40B4-BE49-F238E27FC236}">
                <a16:creationId xmlns:a16="http://schemas.microsoft.com/office/drawing/2014/main" id="{B6934957-4E04-7A06-17E2-7611DBF3101C}"/>
              </a:ext>
            </a:extLst>
          </p:cNvPr>
          <p:cNvSpPr/>
          <p:nvPr/>
        </p:nvSpPr>
        <p:spPr>
          <a:xfrm>
            <a:off x="4928766" y="1720343"/>
            <a:ext cx="215470" cy="14436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870DE1C-A12B-7AEC-494B-DB187A9DB75F}"/>
              </a:ext>
            </a:extLst>
          </p:cNvPr>
          <p:cNvCxnSpPr>
            <a:cxnSpLocks/>
            <a:stCxn id="5" idx="3"/>
            <a:endCxn id="42" idx="1"/>
          </p:cNvCxnSpPr>
          <p:nvPr/>
        </p:nvCxnSpPr>
        <p:spPr>
          <a:xfrm>
            <a:off x="4792352" y="1792525"/>
            <a:ext cx="136413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4C720A1E-B768-AF87-E61E-67391F8E6631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>
            <a:off x="5144235" y="1792525"/>
            <a:ext cx="136413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9CFCC036-21B3-1819-4865-9AD64E1CA623}"/>
              </a:ext>
            </a:extLst>
          </p:cNvPr>
          <p:cNvCxnSpPr>
            <a:cxnSpLocks/>
            <a:stCxn id="7" idx="3"/>
            <a:endCxn id="41" idx="1"/>
          </p:cNvCxnSpPr>
          <p:nvPr/>
        </p:nvCxnSpPr>
        <p:spPr>
          <a:xfrm flipV="1">
            <a:off x="4792352" y="2607584"/>
            <a:ext cx="145760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8D0FBAC-527D-0983-C4EE-045729C27038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936907" y="2114676"/>
            <a:ext cx="798491" cy="488945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コネクタ: カギ線 55">
            <a:extLst>
              <a:ext uri="{FF2B5EF4-FFF2-40B4-BE49-F238E27FC236}">
                <a16:creationId xmlns:a16="http://schemas.microsoft.com/office/drawing/2014/main" id="{E3D1DA97-8C28-B52C-40D8-9A3502F69B13}"/>
              </a:ext>
            </a:extLst>
          </p:cNvPr>
          <p:cNvCxnSpPr>
            <a:cxnSpLocks/>
            <a:stCxn id="41" idx="2"/>
            <a:endCxn id="7" idx="2"/>
          </p:cNvCxnSpPr>
          <p:nvPr/>
        </p:nvCxnSpPr>
        <p:spPr>
          <a:xfrm rot="5400000">
            <a:off x="4633041" y="2516928"/>
            <a:ext cx="249969" cy="575646"/>
          </a:xfrm>
          <a:prstGeom prst="bentConnector3">
            <a:avLst>
              <a:gd name="adj1" fmla="val 16443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6A15146E-0918-0D5A-941E-060278B03C31}"/>
              </a:ext>
            </a:extLst>
          </p:cNvPr>
          <p:cNvCxnSpPr>
            <a:cxnSpLocks/>
            <a:stCxn id="42" idx="0"/>
            <a:endCxn id="5" idx="0"/>
          </p:cNvCxnSpPr>
          <p:nvPr/>
        </p:nvCxnSpPr>
        <p:spPr>
          <a:xfrm rot="16200000" flipV="1">
            <a:off x="4628367" y="1312209"/>
            <a:ext cx="249968" cy="566299"/>
          </a:xfrm>
          <a:prstGeom prst="bentConnector3">
            <a:avLst>
              <a:gd name="adj1" fmla="val 16443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422E91B9-8BF7-E920-D3EE-C1770EB36CA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924950" y="1792525"/>
            <a:ext cx="48829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フローチャート: 判断 67">
            <a:extLst>
              <a:ext uri="{FF2B5EF4-FFF2-40B4-BE49-F238E27FC236}">
                <a16:creationId xmlns:a16="http://schemas.microsoft.com/office/drawing/2014/main" id="{EC68946E-FFA3-40FF-7D17-056881B8B2E9}"/>
              </a:ext>
            </a:extLst>
          </p:cNvPr>
          <p:cNvSpPr/>
          <p:nvPr/>
        </p:nvSpPr>
        <p:spPr>
          <a:xfrm>
            <a:off x="7224679" y="1720341"/>
            <a:ext cx="215470" cy="14436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F5F69464-15BC-53DF-95B8-2592BB2DA4A8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7057549" y="1792523"/>
            <a:ext cx="167130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A6F62940-4B01-7BCC-D364-164D8A481466}"/>
              </a:ext>
            </a:extLst>
          </p:cNvPr>
          <p:cNvCxnSpPr>
            <a:cxnSpLocks/>
            <a:stCxn id="68" idx="2"/>
            <a:endCxn id="10" idx="2"/>
          </p:cNvCxnSpPr>
          <p:nvPr/>
        </p:nvCxnSpPr>
        <p:spPr>
          <a:xfrm rot="5400000">
            <a:off x="4643725" y="-574013"/>
            <a:ext cx="249970" cy="5127408"/>
          </a:xfrm>
          <a:prstGeom prst="bentConnector3">
            <a:avLst>
              <a:gd name="adj1" fmla="val 563102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95F01A78-0814-D890-9FCA-14A2FBAC87BC}"/>
              </a:ext>
            </a:extLst>
          </p:cNvPr>
          <p:cNvCxnSpPr>
            <a:cxnSpLocks/>
            <a:stCxn id="68" idx="0"/>
            <a:endCxn id="8" idx="0"/>
          </p:cNvCxnSpPr>
          <p:nvPr/>
        </p:nvCxnSpPr>
        <p:spPr>
          <a:xfrm rot="16200000" flipV="1">
            <a:off x="6908923" y="1296850"/>
            <a:ext cx="249967" cy="597016"/>
          </a:xfrm>
          <a:prstGeom prst="bentConnector3">
            <a:avLst>
              <a:gd name="adj1" fmla="val 24242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364E5189-A1FC-8860-28C3-602AAF04732A}"/>
              </a:ext>
            </a:extLst>
          </p:cNvPr>
          <p:cNvCxnSpPr>
            <a:cxnSpLocks/>
            <a:stCxn id="68" idx="3"/>
            <a:endCxn id="4" idx="0"/>
          </p:cNvCxnSpPr>
          <p:nvPr/>
        </p:nvCxnSpPr>
        <p:spPr>
          <a:xfrm flipH="1" flipV="1">
            <a:off x="3337604" y="1470374"/>
            <a:ext cx="4102545" cy="322150"/>
          </a:xfrm>
          <a:prstGeom prst="bentConnector4">
            <a:avLst>
              <a:gd name="adj1" fmla="val -2101"/>
              <a:gd name="adj2" fmla="val 264024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楕円 93">
            <a:extLst>
              <a:ext uri="{FF2B5EF4-FFF2-40B4-BE49-F238E27FC236}">
                <a16:creationId xmlns:a16="http://schemas.microsoft.com/office/drawing/2014/main" id="{E7E91BFA-1EFA-34B6-83E6-74973FE4CCEF}"/>
              </a:ext>
            </a:extLst>
          </p:cNvPr>
          <p:cNvSpPr/>
          <p:nvPr/>
        </p:nvSpPr>
        <p:spPr>
          <a:xfrm>
            <a:off x="987899" y="1005529"/>
            <a:ext cx="169016" cy="169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ED91BB9D-AA54-ADF6-59B5-0F64F42D2D59}"/>
              </a:ext>
            </a:extLst>
          </p:cNvPr>
          <p:cNvCxnSpPr>
            <a:cxnSpLocks/>
            <a:stCxn id="94" idx="4"/>
            <a:endCxn id="2" idx="0"/>
          </p:cNvCxnSpPr>
          <p:nvPr/>
        </p:nvCxnSpPr>
        <p:spPr>
          <a:xfrm>
            <a:off x="1072407" y="1174545"/>
            <a:ext cx="1" cy="295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8DF704B-A6EC-E9FD-3934-426D32B927B8}"/>
              </a:ext>
            </a:extLst>
          </p:cNvPr>
          <p:cNvGrpSpPr/>
          <p:nvPr/>
        </p:nvGrpSpPr>
        <p:grpSpPr>
          <a:xfrm>
            <a:off x="7939541" y="1661324"/>
            <a:ext cx="3636762" cy="400110"/>
            <a:chOff x="8351021" y="1107233"/>
            <a:chExt cx="3636762" cy="400110"/>
          </a:xfrm>
        </p:grpSpPr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D0A22129-4FCC-0D43-FA95-287DB7A60D73}"/>
                </a:ext>
              </a:extLst>
            </p:cNvPr>
            <p:cNvCxnSpPr>
              <a:cxnSpLocks/>
            </p:cNvCxnSpPr>
            <p:nvPr/>
          </p:nvCxnSpPr>
          <p:spPr>
            <a:xfrm>
              <a:off x="8351021" y="1237744"/>
              <a:ext cx="488296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56D0EA45-3C22-72F1-0565-4ADF869C652C}"/>
                </a:ext>
              </a:extLst>
            </p:cNvPr>
            <p:cNvSpPr txBox="1"/>
            <p:nvPr/>
          </p:nvSpPr>
          <p:spPr>
            <a:xfrm>
              <a:off x="8839317" y="1107233"/>
              <a:ext cx="31484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Transition at [</a:t>
              </a:r>
              <a:r>
                <a:rPr kumimoji="1" lang="en-US" altLang="ja-JP" sz="1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vd_g_GpI2cMaMainTask or </a:t>
              </a:r>
            </a:p>
            <a:p>
              <a:r>
                <a:rPr lang="en-US" altLang="ja-JP" sz="1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</a:t>
              </a:r>
              <a:r>
                <a:rPr kumimoji="1" lang="en-US" altLang="ja-JP" sz="1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u1_g_GpI2cMaReqTRx]</a:t>
              </a:r>
              <a:endParaRPr lang="ja-JP" altLang="en-US" sz="10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DB778AD-065B-9575-F737-C4100C93F8B1}"/>
              </a:ext>
            </a:extLst>
          </p:cNvPr>
          <p:cNvGrpSpPr/>
          <p:nvPr/>
        </p:nvGrpSpPr>
        <p:grpSpPr>
          <a:xfrm>
            <a:off x="7948889" y="2299997"/>
            <a:ext cx="3372722" cy="246221"/>
            <a:chOff x="8351021" y="1561659"/>
            <a:chExt cx="3372722" cy="246221"/>
          </a:xfrm>
        </p:grpSpPr>
        <p:cxnSp>
          <p:nvCxnSpPr>
            <p:cNvPr id="105" name="直線矢印コネクタ 104">
              <a:extLst>
                <a:ext uri="{FF2B5EF4-FFF2-40B4-BE49-F238E27FC236}">
                  <a16:creationId xmlns:a16="http://schemas.microsoft.com/office/drawing/2014/main" id="{DFDD34A7-EF97-56F6-3A6F-61D5E75F55DE}"/>
                </a:ext>
              </a:extLst>
            </p:cNvPr>
            <p:cNvCxnSpPr>
              <a:cxnSpLocks/>
            </p:cNvCxnSpPr>
            <p:nvPr/>
          </p:nvCxnSpPr>
          <p:spPr>
            <a:xfrm>
              <a:off x="8351021" y="1697444"/>
              <a:ext cx="488296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1A93B4F6-8837-4A5E-6163-9E3DC52C0631}"/>
                </a:ext>
              </a:extLst>
            </p:cNvPr>
            <p:cNvSpPr txBox="1"/>
            <p:nvPr/>
          </p:nvSpPr>
          <p:spPr>
            <a:xfrm>
              <a:off x="8839317" y="1561659"/>
              <a:ext cx="288442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Transition at </a:t>
              </a:r>
              <a:r>
                <a:rPr kumimoji="1" lang="en-US" altLang="ja-JP" sz="1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solidFill>
                  <a:srgbClr val="0070C0"/>
                </a:solidFill>
              </a:endParaRPr>
            </a:p>
          </p:txBody>
        </p:sp>
      </p:grp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2F865EAE-F21D-5C09-539E-C96BAC65B309}"/>
              </a:ext>
            </a:extLst>
          </p:cNvPr>
          <p:cNvSpPr txBox="1"/>
          <p:nvPr/>
        </p:nvSpPr>
        <p:spPr>
          <a:xfrm>
            <a:off x="1613075" y="801736"/>
            <a:ext cx="1000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[ACT]</a:t>
            </a:r>
            <a:endParaRPr lang="ja-JP" altLang="en-US" sz="1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65B0730-6814-C515-E19C-863A40E71117}"/>
              </a:ext>
            </a:extLst>
          </p:cNvPr>
          <p:cNvGrpSpPr/>
          <p:nvPr/>
        </p:nvGrpSpPr>
        <p:grpSpPr>
          <a:xfrm>
            <a:off x="7939541" y="868763"/>
            <a:ext cx="3636762" cy="553998"/>
            <a:chOff x="8351021" y="1561659"/>
            <a:chExt cx="3636762" cy="553998"/>
          </a:xfrm>
        </p:grpSpPr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9BBDFDF-E3B4-A36B-E77B-B47AE342D53D}"/>
                </a:ext>
              </a:extLst>
            </p:cNvPr>
            <p:cNvCxnSpPr>
              <a:cxnSpLocks/>
            </p:cNvCxnSpPr>
            <p:nvPr/>
          </p:nvCxnSpPr>
          <p:spPr>
            <a:xfrm>
              <a:off x="8351021" y="1697444"/>
              <a:ext cx="48829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933C7B5-A173-24D7-B68B-1C0A4AA45D72}"/>
                </a:ext>
              </a:extLst>
            </p:cNvPr>
            <p:cNvSpPr txBox="1"/>
            <p:nvPr/>
          </p:nvSpPr>
          <p:spPr>
            <a:xfrm>
              <a:off x="8839316" y="1561659"/>
              <a:ext cx="314846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Transition at [</a:t>
              </a:r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vd_g_GpI2cMaMainTask or</a:t>
              </a:r>
            </a:p>
            <a:p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</a:t>
              </a:r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vd_g_GpI2cMaInit     or</a:t>
              </a:r>
            </a:p>
            <a:p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</a:t>
              </a:r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vd_g_GpI2cMaDeInit]</a:t>
              </a:r>
              <a:endParaRPr lang="ja-JP" altLang="en-US" sz="1000" dirty="0"/>
            </a:p>
          </p:txBody>
        </p:sp>
      </p:grpSp>
      <p:graphicFrame>
        <p:nvGraphicFramePr>
          <p:cNvPr id="20" name="表 20">
            <a:extLst>
              <a:ext uri="{FF2B5EF4-FFF2-40B4-BE49-F238E27FC236}">
                <a16:creationId xmlns:a16="http://schemas.microsoft.com/office/drawing/2014/main" id="{C1B09102-0E26-E25C-EBA2-D44837C38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99267"/>
              </p:ext>
            </p:extLst>
          </p:nvPr>
        </p:nvGraphicFramePr>
        <p:xfrm>
          <a:off x="1638707" y="3461481"/>
          <a:ext cx="903429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004">
                  <a:extLst>
                    <a:ext uri="{9D8B030D-6E8A-4147-A177-3AD203B41FA5}">
                      <a16:colId xmlns:a16="http://schemas.microsoft.com/office/drawing/2014/main" val="3114450771"/>
                    </a:ext>
                  </a:extLst>
                </a:gridCol>
                <a:gridCol w="2360952">
                  <a:extLst>
                    <a:ext uri="{9D8B030D-6E8A-4147-A177-3AD203B41FA5}">
                      <a16:colId xmlns:a16="http://schemas.microsoft.com/office/drawing/2014/main" val="4147089764"/>
                    </a:ext>
                  </a:extLst>
                </a:gridCol>
                <a:gridCol w="4062335">
                  <a:extLst>
                    <a:ext uri="{9D8B030D-6E8A-4147-A177-3AD203B41FA5}">
                      <a16:colId xmlns:a16="http://schemas.microsoft.com/office/drawing/2014/main" val="1230692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Seq/State Encode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Full State Name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703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GP_I2C_SEQ_INA (0xffff)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INActive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PDU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送受信禁止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</a:p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 Controller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駆動停止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and 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端子機能≠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SCL/SDA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36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GP_I2C_SEQ_REQ (6)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wait for </a:t>
                      </a:r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pdu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trx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REQuest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PDU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送受信許可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 Controller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駆動中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and 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端子機能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=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SCL/SDA</a:t>
                      </a:r>
                      <a:endParaRPr kumimoji="1" lang="en-US" altLang="ja-JP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PDU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送受信要求待ち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5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GP_I2C_SEQ_STA (0)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STArt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Start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Condition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送信中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検知待ち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039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GP_I2C_SEQ_WRI (1)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WRIte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書き込みデータ送信中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08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GP_I2C_SEQ_WEN (2)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Write </a:t>
                      </a:r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ENd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書き込みデータ送信中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送信完了待ち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652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GP_I2C_SEQ_REA (3)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REAd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読み出しデータ受信中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受信完了待ち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03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GP_I2C_SEQ_RLA (4)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Read </a:t>
                      </a:r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LAst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読み出し最終データ受信中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受信完了待ち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1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Courier New" panose="02070309020205020404" pitchFamily="49" charset="0"/>
                          <a:ea typeface="Tahoma" panose="020B0604030504040204" pitchFamily="34" charset="0"/>
                          <a:cs typeface="Courier New" panose="02070309020205020404" pitchFamily="49" charset="0"/>
                        </a:rPr>
                        <a:t>GP_I2C_SEQ_FIN (5)</a:t>
                      </a:r>
                      <a:endParaRPr kumimoji="1" lang="ja-JP" altLang="en-US" sz="12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FINish</a:t>
                      </a:r>
                      <a:endParaRPr kumimoji="1" lang="ja-JP" altLang="en-US" sz="1200" dirty="0">
                        <a:latin typeface="Tahoma" panose="020B0604030504040204" pitchFamily="34" charset="0"/>
                        <a:ea typeface="HG丸ｺﾞｼｯｸM-PRO" panose="020F0600000000000000" pitchFamily="50" charset="-128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I2C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Stop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Condition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送信中</a:t>
                      </a:r>
                      <a:r>
                        <a:rPr kumimoji="1" lang="en-US" altLang="ja-JP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</a:t>
                      </a:r>
                      <a:r>
                        <a:rPr kumimoji="1" lang="ja-JP" altLang="en-US" sz="1200" dirty="0">
                          <a:latin typeface="Tahoma" panose="020B0604030504040204" pitchFamily="34" charset="0"/>
                          <a:ea typeface="HG丸ｺﾞｼｯｸM-PRO" panose="020F0600000000000000" pitchFamily="50" charset="-128"/>
                          <a:cs typeface="Tahoma" panose="020B0604030504040204" pitchFamily="34" charset="0"/>
                        </a:rPr>
                        <a:t>検知待ち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143487"/>
                  </a:ext>
                </a:extLst>
              </a:tr>
            </a:tbl>
          </a:graphicData>
        </a:graphic>
      </p:graphicFrame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5B003EE-0846-5551-B5D1-2FE6E96CCBB1}"/>
              </a:ext>
            </a:extLst>
          </p:cNvPr>
          <p:cNvSpPr/>
          <p:nvPr/>
        </p:nvSpPr>
        <p:spPr>
          <a:xfrm>
            <a:off x="5280648" y="2281470"/>
            <a:ext cx="644302" cy="64430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RLA</a:t>
            </a:r>
            <a:endParaRPr kumimoji="1" lang="ja-JP" altLang="en-US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6D9E0B3-A786-2051-3E38-5D4CAD406E0A}"/>
              </a:ext>
            </a:extLst>
          </p:cNvPr>
          <p:cNvCxnSpPr>
            <a:cxnSpLocks/>
            <a:stCxn id="41" idx="3"/>
            <a:endCxn id="21" idx="1"/>
          </p:cNvCxnSpPr>
          <p:nvPr/>
        </p:nvCxnSpPr>
        <p:spPr>
          <a:xfrm flipV="1">
            <a:off x="5153582" y="2603621"/>
            <a:ext cx="127066" cy="396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31B2A712-6122-65B8-978B-1DCB6465884D}"/>
              </a:ext>
            </a:extLst>
          </p:cNvPr>
          <p:cNvSpPr/>
          <p:nvPr/>
        </p:nvSpPr>
        <p:spPr>
          <a:xfrm>
            <a:off x="1196117" y="2108320"/>
            <a:ext cx="450875" cy="330080"/>
          </a:xfrm>
          <a:custGeom>
            <a:avLst/>
            <a:gdLst>
              <a:gd name="connsiteX0" fmla="*/ 419100 w 419100"/>
              <a:gd name="connsiteY0" fmla="*/ 312420 h 312420"/>
              <a:gd name="connsiteX1" fmla="*/ 0 w 419100"/>
              <a:gd name="connsiteY1" fmla="*/ 312420 h 312420"/>
              <a:gd name="connsiteX2" fmla="*/ 0 w 419100"/>
              <a:gd name="connsiteY2" fmla="*/ 0 h 31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312420">
                <a:moveTo>
                  <a:pt x="419100" y="312420"/>
                </a:moveTo>
                <a:lnTo>
                  <a:pt x="0" y="31242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F0D2A50F-3CA4-837C-CD58-5525CE18C312}"/>
              </a:ext>
            </a:extLst>
          </p:cNvPr>
          <p:cNvSpPr/>
          <p:nvPr/>
        </p:nvSpPr>
        <p:spPr>
          <a:xfrm>
            <a:off x="934709" y="2108320"/>
            <a:ext cx="710566" cy="571445"/>
          </a:xfrm>
          <a:custGeom>
            <a:avLst/>
            <a:gdLst>
              <a:gd name="connsiteX0" fmla="*/ 419100 w 419100"/>
              <a:gd name="connsiteY0" fmla="*/ 312420 h 312420"/>
              <a:gd name="connsiteX1" fmla="*/ 0 w 419100"/>
              <a:gd name="connsiteY1" fmla="*/ 312420 h 312420"/>
              <a:gd name="connsiteX2" fmla="*/ 0 w 419100"/>
              <a:gd name="connsiteY2" fmla="*/ 0 h 31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312420">
                <a:moveTo>
                  <a:pt x="419100" y="312420"/>
                </a:moveTo>
                <a:lnTo>
                  <a:pt x="0" y="31242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8E5DFFDD-C032-D580-A1E2-02BBB4D217CD}"/>
              </a:ext>
            </a:extLst>
          </p:cNvPr>
          <p:cNvCxnSpPr>
            <a:cxnSpLocks/>
            <a:stCxn id="41" idx="0"/>
          </p:cNvCxnSpPr>
          <p:nvPr/>
        </p:nvCxnSpPr>
        <p:spPr>
          <a:xfrm rot="5400000" flipH="1" flipV="1">
            <a:off x="5119967" y="2374721"/>
            <a:ext cx="86560" cy="234801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D52F4D8F-ABB8-80C1-0218-DDF9E542165A}"/>
              </a:ext>
            </a:extLst>
          </p:cNvPr>
          <p:cNvGrpSpPr/>
          <p:nvPr/>
        </p:nvGrpSpPr>
        <p:grpSpPr>
          <a:xfrm>
            <a:off x="7939541" y="2784782"/>
            <a:ext cx="3372722" cy="246221"/>
            <a:chOff x="8351021" y="1561659"/>
            <a:chExt cx="3372722" cy="246221"/>
          </a:xfrm>
        </p:grpSpPr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216D9462-A0DF-183E-4FE3-6084937F3715}"/>
                </a:ext>
              </a:extLst>
            </p:cNvPr>
            <p:cNvCxnSpPr>
              <a:cxnSpLocks/>
            </p:cNvCxnSpPr>
            <p:nvPr/>
          </p:nvCxnSpPr>
          <p:spPr>
            <a:xfrm>
              <a:off x="8351021" y="1697444"/>
              <a:ext cx="48829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41E7589B-318D-69BE-6559-BA0440D580B9}"/>
                </a:ext>
              </a:extLst>
            </p:cNvPr>
            <p:cNvSpPr txBox="1"/>
            <p:nvPr/>
          </p:nvSpPr>
          <p:spPr>
            <a:xfrm>
              <a:off x="8839317" y="1561659"/>
              <a:ext cx="28844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ja-JP" sz="1000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Transition at </a:t>
              </a:r>
              <a:r>
                <a:rPr kumimoji="1" lang="en-US" altLang="ja-JP" sz="1000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vd_g_GpI2cMaIRQDmaRx</a:t>
              </a:r>
              <a:endParaRPr lang="ja-JP" altLang="en-US" sz="1000" dirty="0">
                <a:solidFill>
                  <a:schemeClr val="accent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2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2/12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AFBA596-EAF3-96D4-F0BF-14658442D5E6}"/>
              </a:ext>
            </a:extLst>
          </p:cNvPr>
          <p:cNvSpPr txBox="1"/>
          <p:nvPr/>
        </p:nvSpPr>
        <p:spPr>
          <a:xfrm>
            <a:off x="548701" y="798132"/>
            <a:ext cx="1072914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GP_I2C_MA_ERR_FR_TOUT                    (0x00000800U)       /*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TimeOUT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*/</a:t>
            </a:r>
          </a:p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GP_I2C_MA_ERR_SEQ_UNK                    (0x00001000U)       /* read/write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*/</a:t>
            </a:r>
          </a:p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GP_I2C_MA_ERR_IRQ_UNK                    (0x00002000U)       /*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IRQst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*/</a:t>
            </a:r>
          </a:p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GP_I2C_MA_ERR_RWC_UNK                    (0x00004000U)       /* Read/Write byte Counter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*/</a:t>
            </a:r>
          </a:p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GP_I2C_MA_ERR_PDU_UNK                    (0x00008000U)       /* st_gp_GP_I2C_MA_CH[].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stp_QUE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-&gt;u1p_PDU ==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vdp_PTR_NA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(NULL)    */</a:t>
            </a:r>
          </a:p>
          <a:p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GP_I2C_MA_ERR_REQ_UNK                    (0x00010000U)       /* Read/Write Request </a:t>
            </a:r>
            <a:r>
              <a:rPr lang="en-US" altLang="ja-JP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en-US" altLang="ja-JP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*/</a:t>
            </a:r>
          </a:p>
        </p:txBody>
      </p:sp>
      <p:graphicFrame>
        <p:nvGraphicFramePr>
          <p:cNvPr id="25" name="表 25">
            <a:extLst>
              <a:ext uri="{FF2B5EF4-FFF2-40B4-BE49-F238E27FC236}">
                <a16:creationId xmlns:a16="http://schemas.microsoft.com/office/drawing/2014/main" id="{5952EF8B-6796-EB02-9CBE-E3055F8E2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71307"/>
              </p:ext>
            </p:extLst>
          </p:nvPr>
        </p:nvGraphicFramePr>
        <p:xfrm>
          <a:off x="548700" y="1813795"/>
          <a:ext cx="10729149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112">
                  <a:extLst>
                    <a:ext uri="{9D8B030D-6E8A-4147-A177-3AD203B41FA5}">
                      <a16:colId xmlns:a16="http://schemas.microsoft.com/office/drawing/2014/main" val="1190976515"/>
                    </a:ext>
                  </a:extLst>
                </a:gridCol>
                <a:gridCol w="2428407">
                  <a:extLst>
                    <a:ext uri="{9D8B030D-6E8A-4147-A177-3AD203B41FA5}">
                      <a16:colId xmlns:a16="http://schemas.microsoft.com/office/drawing/2014/main" val="1160554806"/>
                    </a:ext>
                  </a:extLst>
                </a:gridCol>
                <a:gridCol w="4339652">
                  <a:extLst>
                    <a:ext uri="{9D8B030D-6E8A-4147-A177-3AD203B41FA5}">
                      <a16:colId xmlns:a16="http://schemas.microsoft.com/office/drawing/2014/main" val="405751687"/>
                    </a:ext>
                  </a:extLst>
                </a:gridCol>
                <a:gridCol w="1938978">
                  <a:extLst>
                    <a:ext uri="{9D8B030D-6E8A-4147-A177-3AD203B41FA5}">
                      <a16:colId xmlns:a16="http://schemas.microsoft.com/office/drawing/2014/main" val="3116491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#define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Detected at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Description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 err="1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Seq.Abort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Ack.u4_cbf:BIT_ERR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1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GP_I2C_MA_ERR_FR_TOUT 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vd_s_GpI2cMaFraTout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See Page.20: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I2C Bus Deadlock Detection - Frame Timeout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N/A, but Reset/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24312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GP_I2C_MA_ERR_SEQ_UNK 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u4_s_GpI2cMaQueTryPush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st_gp_gpi2c_ma_ctrl[].u2_seq &gt; GP_I2C_SEQ_REQ</a:t>
                      </a:r>
                      <a:endParaRPr kumimoji="1" lang="en-US" altLang="ja-JP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N/A,</a:t>
                      </a:r>
                      <a:r>
                        <a:rPr kumimoji="1" lang="ja-JP" altLang="en-US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but Reset/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Unset, then Ack. Lost</a:t>
                      </a:r>
                      <a:endParaRPr kumimoji="1" lang="ja-JP" altLang="en-US" sz="9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323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vd_g_GpI2cMaIRQTRx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st_gp_gpi2c_ma_ctrl[].u2_seq &gt; GP_I2C_SEQ_FIN</a:t>
                      </a:r>
                      <a:endParaRPr kumimoji="1" lang="en-US" altLang="ja-JP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Abort/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567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GP_I2C_MA_ERR_IRQ_UNK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kumimoji="1" lang="pl-PL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u4_g_GpI2cMaIfIRQst</a:t>
                      </a:r>
                      <a:endParaRPr kumimoji="1" lang="en-US" altLang="ja-JP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I2C Controller</a:t>
                      </a:r>
                      <a:r>
                        <a:rPr kumimoji="1" lang="ja-JP" altLang="en-US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Status/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st_gp_gpi2c_ma_ctrl[].u2_seq </a:t>
                      </a:r>
                      <a:r>
                        <a:rPr lang="en-US" altLang="ja-JP" sz="900" dirty="0" err="1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unmatch</a:t>
                      </a:r>
                      <a:endParaRPr lang="en-US" altLang="ja-JP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Refer to gpi2c_ma_stm.xlsx Sheet “</a:t>
                      </a:r>
                      <a:r>
                        <a:rPr kumimoji="1" lang="pl-PL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u4_g_GpI2cMaIfIRQst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Abort/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48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GP_I2C_MA_ERR_RWC_UNK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u4_s_GpI2cMaIRQEas_Rwcchk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st_gp_gpi2c_ma_ctrl[].u2_rwc &gt; </a:t>
                      </a:r>
                      <a:r>
                        <a:rPr lang="en-US" altLang="ja-JP" sz="900" dirty="0" err="1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st_gp_req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[].u4_cbf:BIT_RWC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Abort/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95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GP_I2C_MA_ERR_PDU_UNK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u4_s_GpI2cMaIRQEas_Opechk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st_gp_GP_I2C_MA_CH[].</a:t>
                      </a:r>
                      <a:r>
                        <a:rPr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stp_QUE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[].u1p_PDU == </a:t>
                      </a:r>
                      <a:r>
                        <a:rPr lang="en-US" altLang="ja-JP" sz="9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vdp_PTR_NA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(NULL)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Abort/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Set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6691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GP_I2C_MA_ERR_REQ_UNK 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vd_g_GpI2cMaMainTask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u4_s_GpI2cMaQueTryPush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PDU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TRx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 Request – FIFO/Queue Push/Pop Parameter: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st_gp_gpi2c_ma_ctrl[].u2_req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st_gp_gpi2c_ma_ctrl[].u2_run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st_gp_gpi2c_ma_ctrl[].u2_ack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Any of above are unknown or out of range.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N/A,</a:t>
                      </a:r>
                      <a:r>
                        <a:rPr kumimoji="1" lang="ja-JP" altLang="en-US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but Reset/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Unset, then Ack. Lost</a:t>
                      </a:r>
                      <a:endParaRPr kumimoji="1" lang="ja-JP" altLang="en-US" sz="9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5815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vd_g_GpI2cMaIRQTRx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-&gt;</a:t>
                      </a:r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u4_s_GpI2cMaIRQEas_Reqchk</a:t>
                      </a:r>
                      <a:endParaRPr kumimoji="1" lang="ja-JP" altLang="en-US" sz="900" dirty="0"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PDU </a:t>
                      </a:r>
                      <a:r>
                        <a:rPr kumimoji="1" lang="en-US" altLang="ja-JP" sz="900" dirty="0" err="1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TRx</a:t>
                      </a:r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 Request – FIFO/Queue Push/Pop Parameter: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st_gp_gpi2c_ma_ctrl[].u2_req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st_gp_gpi2c_ma_ctrl[].u2_run</a:t>
                      </a:r>
                    </a:p>
                    <a:p>
                      <a:r>
                        <a:rPr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st_gp_gpi2c_ma_ctrl[].u2_ack</a:t>
                      </a:r>
                    </a:p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Any of above are unknown or out of range.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Abort/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HG丸ｺﾞｼｯｸM-PRO" panose="020F0600000000000000" pitchFamily="50" charset="-128"/>
                          <a:cs typeface="Courier New" panose="02070309020205020404" pitchFamily="49" charset="0"/>
                        </a:rPr>
                        <a:t>Unset, then Ack. Lost</a:t>
                      </a:r>
                      <a:endParaRPr kumimoji="1" lang="ja-JP" altLang="en-US" sz="9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HG丸ｺﾞｼｯｸM-PRO" panose="020F06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07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1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3/12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6C7050-E78F-07E2-2CB3-38B3632ABB98}"/>
              </a:ext>
            </a:extLst>
          </p:cNvPr>
          <p:cNvSpPr txBox="1"/>
          <p:nvPr/>
        </p:nvSpPr>
        <p:spPr>
          <a:xfrm>
            <a:off x="737218" y="790835"/>
            <a:ext cx="8354018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without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Write Tx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752520-F3B0-0DA5-E8A7-90F4C6B368F6}"/>
              </a:ext>
            </a:extLst>
          </p:cNvPr>
          <p:cNvSpPr/>
          <p:nvPr/>
        </p:nvSpPr>
        <p:spPr>
          <a:xfrm rot="16200000">
            <a:off x="2516970" y="1975615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5E65C9-DC8D-ADAF-B5C8-5CE40F9B881B}"/>
              </a:ext>
            </a:extLst>
          </p:cNvPr>
          <p:cNvSpPr/>
          <p:nvPr/>
        </p:nvSpPr>
        <p:spPr>
          <a:xfrm rot="16200000">
            <a:off x="10516497" y="1975616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Stop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8D896A6-BAFD-2F5F-C710-A59822F3BA38}"/>
              </a:ext>
            </a:extLst>
          </p:cNvPr>
          <p:cNvGrpSpPr/>
          <p:nvPr/>
        </p:nvGrpSpPr>
        <p:grpSpPr>
          <a:xfrm>
            <a:off x="2864362" y="1395773"/>
            <a:ext cx="1622548" cy="415770"/>
            <a:chOff x="4201546" y="2258721"/>
            <a:chExt cx="1622548" cy="415772"/>
          </a:xfrm>
          <a:solidFill>
            <a:schemeClr val="bg1">
              <a:lumMod val="65000"/>
            </a:schemeClr>
          </a:solidFill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7DB87F6-209A-825B-A31E-CD8B3A591559}"/>
                </a:ext>
              </a:extLst>
            </p:cNvPr>
            <p:cNvSpPr/>
            <p:nvPr/>
          </p:nvSpPr>
          <p:spPr>
            <a:xfrm rot="16200000">
              <a:off x="408734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7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4E59C06-11B0-CA68-8415-9BCC427E4469}"/>
                </a:ext>
              </a:extLst>
            </p:cNvPr>
            <p:cNvSpPr/>
            <p:nvPr/>
          </p:nvSpPr>
          <p:spPr>
            <a:xfrm rot="16200000">
              <a:off x="429237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6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C8F636B-EF70-C60B-E6B4-D6A1DCAA26CD}"/>
                </a:ext>
              </a:extLst>
            </p:cNvPr>
            <p:cNvSpPr/>
            <p:nvPr/>
          </p:nvSpPr>
          <p:spPr>
            <a:xfrm rot="16200000">
              <a:off x="4497397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5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F52FAF5-BD00-8427-7226-EB423882CC67}"/>
                </a:ext>
              </a:extLst>
            </p:cNvPr>
            <p:cNvSpPr/>
            <p:nvPr/>
          </p:nvSpPr>
          <p:spPr>
            <a:xfrm rot="16200000">
              <a:off x="4702421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4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94318A-C938-BC54-B212-C406FA21A7FE}"/>
                </a:ext>
              </a:extLst>
            </p:cNvPr>
            <p:cNvSpPr/>
            <p:nvPr/>
          </p:nvSpPr>
          <p:spPr>
            <a:xfrm rot="16200000">
              <a:off x="4907445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3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2BBAE00-6269-0ADD-9007-BB48E6736CE0}"/>
                </a:ext>
              </a:extLst>
            </p:cNvPr>
            <p:cNvSpPr/>
            <p:nvPr/>
          </p:nvSpPr>
          <p:spPr>
            <a:xfrm rot="16200000">
              <a:off x="511246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2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82993A2-083F-9276-8861-86729D26E4BB}"/>
                </a:ext>
              </a:extLst>
            </p:cNvPr>
            <p:cNvSpPr/>
            <p:nvPr/>
          </p:nvSpPr>
          <p:spPr>
            <a:xfrm rot="16200000">
              <a:off x="531749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1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71F5A77-E46F-4C6D-9B00-8BF6B0AFD53E}"/>
                </a:ext>
              </a:extLst>
            </p:cNvPr>
            <p:cNvSpPr/>
            <p:nvPr/>
          </p:nvSpPr>
          <p:spPr>
            <a:xfrm rot="16200000">
              <a:off x="5522520" y="2372918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0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F6C7132-6D8F-EB0F-9CF3-BBF60A295498}"/>
              </a:ext>
            </a:extLst>
          </p:cNvPr>
          <p:cNvGrpSpPr/>
          <p:nvPr/>
        </p:nvGrpSpPr>
        <p:grpSpPr>
          <a:xfrm>
            <a:off x="2864362" y="1861419"/>
            <a:ext cx="1832619" cy="415770"/>
            <a:chOff x="4201546" y="2733405"/>
            <a:chExt cx="1832619" cy="415770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A1D48720-A445-279B-4C31-D8DA4CACB0ED}"/>
                </a:ext>
              </a:extLst>
            </p:cNvPr>
            <p:cNvGrpSpPr/>
            <p:nvPr/>
          </p:nvGrpSpPr>
          <p:grpSpPr>
            <a:xfrm>
              <a:off x="4201546" y="2733405"/>
              <a:ext cx="1625048" cy="415770"/>
              <a:chOff x="4201546" y="2733405"/>
              <a:chExt cx="1625048" cy="415770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90F423CA-3E9E-B6B3-3671-80D4915D03DD}"/>
                  </a:ext>
                </a:extLst>
              </p:cNvPr>
              <p:cNvSpPr/>
              <p:nvPr/>
            </p:nvSpPr>
            <p:spPr>
              <a:xfrm>
                <a:off x="4201546" y="2733405"/>
                <a:ext cx="1417521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Byte#0</a:t>
                </a:r>
              </a:p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Slave Device Address</a:t>
                </a:r>
              </a:p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 [bits]</a:t>
                </a: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CFCB557-992D-0D33-5992-2457B3690145}"/>
                  </a:ext>
                </a:extLst>
              </p:cNvPr>
              <p:cNvSpPr/>
              <p:nvPr/>
            </p:nvSpPr>
            <p:spPr>
              <a:xfrm rot="16200000">
                <a:off x="5525021" y="2847602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W(0)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F8DEFD3-711F-0F99-3ECB-7FC064F9F582}"/>
                </a:ext>
              </a:extLst>
            </p:cNvPr>
            <p:cNvSpPr/>
            <p:nvPr/>
          </p:nvSpPr>
          <p:spPr>
            <a:xfrm rot="16200000">
              <a:off x="5732592" y="2847602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F0FC909-4F91-D11C-CF7E-E91DF9E06D6A}"/>
              </a:ext>
            </a:extLst>
          </p:cNvPr>
          <p:cNvGrpSpPr/>
          <p:nvPr/>
        </p:nvGrpSpPr>
        <p:grpSpPr>
          <a:xfrm>
            <a:off x="4742800" y="1861419"/>
            <a:ext cx="1835533" cy="415770"/>
            <a:chOff x="4201546" y="3221115"/>
            <a:chExt cx="1835533" cy="41577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DF4BEE5-AE75-A8C7-563D-652FFB6D25D1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Byte#1/Data#0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11641FB-7890-E675-62C9-EDBFA72B55F8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4F52219-C4F8-1534-F159-0A2188859217}"/>
              </a:ext>
            </a:extLst>
          </p:cNvPr>
          <p:cNvGrpSpPr/>
          <p:nvPr/>
        </p:nvGrpSpPr>
        <p:grpSpPr>
          <a:xfrm>
            <a:off x="6624152" y="1861419"/>
            <a:ext cx="1835533" cy="415770"/>
            <a:chOff x="4201546" y="3221115"/>
            <a:chExt cx="1835533" cy="415770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26665A0-EA1E-8A44-91FE-C8884BD300D3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Byte#2/Data#1</a:t>
              </a: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BC2D6AF3-6645-DB8D-7D4D-2C5DE4AA29F6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D4A29CA-0060-1D91-7F05-0AC13341767C}"/>
              </a:ext>
            </a:extLst>
          </p:cNvPr>
          <p:cNvGrpSpPr/>
          <p:nvPr/>
        </p:nvGrpSpPr>
        <p:grpSpPr>
          <a:xfrm>
            <a:off x="8505504" y="1861419"/>
            <a:ext cx="1835533" cy="415770"/>
            <a:chOff x="4201546" y="3221115"/>
            <a:chExt cx="1835533" cy="41577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F4C4C737-ECD0-6563-41F9-B764B952526F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Byte#3/Data#2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C8FBD452-048C-A48F-7608-BF284E8D9C32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A25600-9934-52FE-0A7F-01BF5C0EBBBD}"/>
              </a:ext>
            </a:extLst>
          </p:cNvPr>
          <p:cNvSpPr txBox="1"/>
          <p:nvPr/>
        </p:nvSpPr>
        <p:spPr>
          <a:xfrm>
            <a:off x="841776" y="2495463"/>
            <a:ext cx="1622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vd_g_GpI2cMaIRQTRx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六角形 41">
            <a:extLst>
              <a:ext uri="{FF2B5EF4-FFF2-40B4-BE49-F238E27FC236}">
                <a16:creationId xmlns:a16="http://schemas.microsoft.com/office/drawing/2014/main" id="{D170C702-B31D-192B-65FA-9CA657197DF8}"/>
              </a:ext>
            </a:extLst>
          </p:cNvPr>
          <p:cNvSpPr/>
          <p:nvPr/>
        </p:nvSpPr>
        <p:spPr>
          <a:xfrm>
            <a:off x="2168434" y="2791004"/>
            <a:ext cx="660343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六角形 43">
            <a:extLst>
              <a:ext uri="{FF2B5EF4-FFF2-40B4-BE49-F238E27FC236}">
                <a16:creationId xmlns:a16="http://schemas.microsoft.com/office/drawing/2014/main" id="{90B90637-6835-F0DB-0D3E-A6B01F0BC726}"/>
              </a:ext>
            </a:extLst>
          </p:cNvPr>
          <p:cNvSpPr/>
          <p:nvPr/>
        </p:nvSpPr>
        <p:spPr>
          <a:xfrm>
            <a:off x="2828778" y="2791004"/>
            <a:ext cx="4016160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六角形 44">
            <a:extLst>
              <a:ext uri="{FF2B5EF4-FFF2-40B4-BE49-F238E27FC236}">
                <a16:creationId xmlns:a16="http://schemas.microsoft.com/office/drawing/2014/main" id="{CEF2372A-BF9B-A6BB-E424-DA136E99C85C}"/>
              </a:ext>
            </a:extLst>
          </p:cNvPr>
          <p:cNvSpPr/>
          <p:nvPr/>
        </p:nvSpPr>
        <p:spPr>
          <a:xfrm>
            <a:off x="6844939" y="2791004"/>
            <a:ext cx="3412278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WEN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六角形 45">
            <a:extLst>
              <a:ext uri="{FF2B5EF4-FFF2-40B4-BE49-F238E27FC236}">
                <a16:creationId xmlns:a16="http://schemas.microsoft.com/office/drawing/2014/main" id="{1727E5CC-0D5C-ADAC-B89C-AFCBBD178ABD}"/>
              </a:ext>
            </a:extLst>
          </p:cNvPr>
          <p:cNvSpPr/>
          <p:nvPr/>
        </p:nvSpPr>
        <p:spPr>
          <a:xfrm>
            <a:off x="10257216" y="2791004"/>
            <a:ext cx="585817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六角形 46">
            <a:extLst>
              <a:ext uri="{FF2B5EF4-FFF2-40B4-BE49-F238E27FC236}">
                <a16:creationId xmlns:a16="http://schemas.microsoft.com/office/drawing/2014/main" id="{797A0DA6-F45C-BBB5-87AB-B2C1978B651C}"/>
              </a:ext>
            </a:extLst>
          </p:cNvPr>
          <p:cNvSpPr/>
          <p:nvPr/>
        </p:nvSpPr>
        <p:spPr>
          <a:xfrm>
            <a:off x="10843033" y="2791004"/>
            <a:ext cx="730659" cy="209006"/>
          </a:xfrm>
          <a:prstGeom prst="hexagon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六角形 47">
            <a:extLst>
              <a:ext uri="{FF2B5EF4-FFF2-40B4-BE49-F238E27FC236}">
                <a16:creationId xmlns:a16="http://schemas.microsoft.com/office/drawing/2014/main" id="{9E682539-310D-2251-6B4E-54A9EE12F87C}"/>
              </a:ext>
            </a:extLst>
          </p:cNvPr>
          <p:cNvSpPr/>
          <p:nvPr/>
        </p:nvSpPr>
        <p:spPr>
          <a:xfrm>
            <a:off x="1455839" y="2791004"/>
            <a:ext cx="712594" cy="209006"/>
          </a:xfrm>
          <a:prstGeom prst="hexagon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DFACFA05-DE8C-1660-3BAE-DF828519BD60}"/>
              </a:ext>
            </a:extLst>
          </p:cNvPr>
          <p:cNvGrpSpPr/>
          <p:nvPr/>
        </p:nvGrpSpPr>
        <p:grpSpPr>
          <a:xfrm>
            <a:off x="841776" y="3573292"/>
            <a:ext cx="10731916" cy="460290"/>
            <a:chOff x="841776" y="3163990"/>
            <a:chExt cx="10731916" cy="460290"/>
          </a:xfrm>
        </p:grpSpPr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61D1B23-D605-D126-04A8-6D2F26CA4D0B}"/>
                </a:ext>
              </a:extLst>
            </p:cNvPr>
            <p:cNvSpPr txBox="1"/>
            <p:nvPr/>
          </p:nvSpPr>
          <p:spPr>
            <a:xfrm>
              <a:off x="841776" y="3163990"/>
              <a:ext cx="13447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六角形 66">
              <a:extLst>
                <a:ext uri="{FF2B5EF4-FFF2-40B4-BE49-F238E27FC236}">
                  <a16:creationId xmlns:a16="http://schemas.microsoft.com/office/drawing/2014/main" id="{D8E13876-0958-B843-3C2C-C9B57780BAD3}"/>
                </a:ext>
              </a:extLst>
            </p:cNvPr>
            <p:cNvSpPr/>
            <p:nvPr/>
          </p:nvSpPr>
          <p:spPr>
            <a:xfrm>
              <a:off x="2168433" y="3415274"/>
              <a:ext cx="8666538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9" name="六角形 68">
              <a:extLst>
                <a:ext uri="{FF2B5EF4-FFF2-40B4-BE49-F238E27FC236}">
                  <a16:creationId xmlns:a16="http://schemas.microsoft.com/office/drawing/2014/main" id="{3709ED08-334A-DE0F-1877-9627C6EEAB00}"/>
                </a:ext>
              </a:extLst>
            </p:cNvPr>
            <p:cNvSpPr/>
            <p:nvPr/>
          </p:nvSpPr>
          <p:spPr>
            <a:xfrm>
              <a:off x="10843033" y="3415274"/>
              <a:ext cx="730659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六角形 11">
              <a:extLst>
                <a:ext uri="{FF2B5EF4-FFF2-40B4-BE49-F238E27FC236}">
                  <a16:creationId xmlns:a16="http://schemas.microsoft.com/office/drawing/2014/main" id="{15C918C8-587A-BE9D-A2CA-583798DB017B}"/>
                </a:ext>
              </a:extLst>
            </p:cNvPr>
            <p:cNvSpPr/>
            <p:nvPr/>
          </p:nvSpPr>
          <p:spPr>
            <a:xfrm>
              <a:off x="1455837" y="341527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D561D942-0F0E-6F0C-3F41-09116DBF235A}"/>
              </a:ext>
            </a:extLst>
          </p:cNvPr>
          <p:cNvGrpSpPr/>
          <p:nvPr/>
        </p:nvGrpSpPr>
        <p:grpSpPr>
          <a:xfrm>
            <a:off x="841776" y="4194092"/>
            <a:ext cx="10731916" cy="454037"/>
            <a:chOff x="841776" y="3753688"/>
            <a:chExt cx="10731916" cy="454037"/>
          </a:xfrm>
        </p:grpSpPr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C812B888-EB46-3B15-66A0-C0CC23D7BBA0}"/>
                </a:ext>
              </a:extLst>
            </p:cNvPr>
            <p:cNvSpPr txBox="1"/>
            <p:nvPr/>
          </p:nvSpPr>
          <p:spPr>
            <a:xfrm>
              <a:off x="841776" y="3753688"/>
              <a:ext cx="13447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]RI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8" name="六角形 67">
              <a:extLst>
                <a:ext uri="{FF2B5EF4-FFF2-40B4-BE49-F238E27FC236}">
                  <a16:creationId xmlns:a16="http://schemas.microsoft.com/office/drawing/2014/main" id="{703A9C22-3354-BAED-6D1B-A270275C5504}"/>
                </a:ext>
              </a:extLst>
            </p:cNvPr>
            <p:cNvSpPr/>
            <p:nvPr/>
          </p:nvSpPr>
          <p:spPr>
            <a:xfrm>
              <a:off x="1447129" y="3998719"/>
              <a:ext cx="10126563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30F8A8C-2349-EDC3-7826-EDBF7616B827}"/>
              </a:ext>
            </a:extLst>
          </p:cNvPr>
          <p:cNvCxnSpPr>
            <a:cxnSpLocks/>
          </p:cNvCxnSpPr>
          <p:nvPr/>
        </p:nvCxnSpPr>
        <p:spPr>
          <a:xfrm>
            <a:off x="853439" y="3190109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7A245AE-2C53-771D-16C1-3563ABDF260C}"/>
              </a:ext>
            </a:extLst>
          </p:cNvPr>
          <p:cNvGrpSpPr/>
          <p:nvPr/>
        </p:nvGrpSpPr>
        <p:grpSpPr>
          <a:xfrm>
            <a:off x="841776" y="4808639"/>
            <a:ext cx="10731916" cy="451615"/>
            <a:chOff x="841776" y="4407958"/>
            <a:chExt cx="10731916" cy="451615"/>
          </a:xfrm>
        </p:grpSpPr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DD3798B-91F7-4B93-3DBE-5DB448971B68}"/>
                </a:ext>
              </a:extLst>
            </p:cNvPr>
            <p:cNvSpPr txBox="1"/>
            <p:nvPr/>
          </p:nvSpPr>
          <p:spPr>
            <a:xfrm>
              <a:off x="841776" y="4407958"/>
              <a:ext cx="134471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]TI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六角形 70">
              <a:extLst>
                <a:ext uri="{FF2B5EF4-FFF2-40B4-BE49-F238E27FC236}">
                  <a16:creationId xmlns:a16="http://schemas.microsoft.com/office/drawing/2014/main" id="{4578C43B-1B36-29E7-50AA-738E3F7FA744}"/>
                </a:ext>
              </a:extLst>
            </p:cNvPr>
            <p:cNvSpPr/>
            <p:nvPr/>
          </p:nvSpPr>
          <p:spPr>
            <a:xfrm>
              <a:off x="2818540" y="4650567"/>
              <a:ext cx="402639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2" name="六角形 71">
              <a:extLst>
                <a:ext uri="{FF2B5EF4-FFF2-40B4-BE49-F238E27FC236}">
                  <a16:creationId xmlns:a16="http://schemas.microsoft.com/office/drawing/2014/main" id="{D028F102-AEF8-46B9-1382-B76BF3784576}"/>
                </a:ext>
              </a:extLst>
            </p:cNvPr>
            <p:cNvSpPr/>
            <p:nvPr/>
          </p:nvSpPr>
          <p:spPr>
            <a:xfrm>
              <a:off x="6844937" y="4650567"/>
              <a:ext cx="4728755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0" name="六角形 39">
              <a:extLst>
                <a:ext uri="{FF2B5EF4-FFF2-40B4-BE49-F238E27FC236}">
                  <a16:creationId xmlns:a16="http://schemas.microsoft.com/office/drawing/2014/main" id="{22720AD8-B317-6C9A-74A0-B43B0512B634}"/>
                </a:ext>
              </a:extLst>
            </p:cNvPr>
            <p:cNvSpPr/>
            <p:nvPr/>
          </p:nvSpPr>
          <p:spPr>
            <a:xfrm>
              <a:off x="1455836" y="4650567"/>
              <a:ext cx="1352469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E623BF1A-94C6-EF12-80BD-609C7AEF2C87}"/>
              </a:ext>
            </a:extLst>
          </p:cNvPr>
          <p:cNvGrpSpPr/>
          <p:nvPr/>
        </p:nvGrpSpPr>
        <p:grpSpPr>
          <a:xfrm>
            <a:off x="841775" y="5420763"/>
            <a:ext cx="10731916" cy="453421"/>
            <a:chOff x="841775" y="5272722"/>
            <a:chExt cx="10731916" cy="453421"/>
          </a:xfrm>
        </p:grpSpPr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888912CA-06E8-1DC6-984C-2343D307F571}"/>
                </a:ext>
              </a:extLst>
            </p:cNvPr>
            <p:cNvSpPr txBox="1"/>
            <p:nvPr/>
          </p:nvSpPr>
          <p:spPr>
            <a:xfrm>
              <a:off x="841775" y="5272722"/>
              <a:ext cx="15182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◇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]TEI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3" name="六角形 72">
              <a:extLst>
                <a:ext uri="{FF2B5EF4-FFF2-40B4-BE49-F238E27FC236}">
                  <a16:creationId xmlns:a16="http://schemas.microsoft.com/office/drawing/2014/main" id="{28EA0724-A52F-89F1-AED2-91118CABEE96}"/>
                </a:ext>
              </a:extLst>
            </p:cNvPr>
            <p:cNvSpPr/>
            <p:nvPr/>
          </p:nvSpPr>
          <p:spPr>
            <a:xfrm>
              <a:off x="2168432" y="5517137"/>
              <a:ext cx="8665890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4" name="六角形 73">
              <a:extLst>
                <a:ext uri="{FF2B5EF4-FFF2-40B4-BE49-F238E27FC236}">
                  <a16:creationId xmlns:a16="http://schemas.microsoft.com/office/drawing/2014/main" id="{77E88AA0-46B6-7696-38A2-484ACAB78DD9}"/>
                </a:ext>
              </a:extLst>
            </p:cNvPr>
            <p:cNvSpPr/>
            <p:nvPr/>
          </p:nvSpPr>
          <p:spPr>
            <a:xfrm>
              <a:off x="10843033" y="5517137"/>
              <a:ext cx="730658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1" name="六角形 50">
              <a:extLst>
                <a:ext uri="{FF2B5EF4-FFF2-40B4-BE49-F238E27FC236}">
                  <a16:creationId xmlns:a16="http://schemas.microsoft.com/office/drawing/2014/main" id="{E150B98E-78C7-62BE-0AA4-01DEBD79200D}"/>
                </a:ext>
              </a:extLst>
            </p:cNvPr>
            <p:cNvSpPr/>
            <p:nvPr/>
          </p:nvSpPr>
          <p:spPr>
            <a:xfrm>
              <a:off x="1447129" y="5517137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94BFE1D-AFC3-55F0-C3B0-8A12A323EB6E}"/>
              </a:ext>
            </a:extLst>
          </p:cNvPr>
          <p:cNvCxnSpPr>
            <a:cxnSpLocks/>
            <a:stCxn id="48" idx="0"/>
          </p:cNvCxnSpPr>
          <p:nvPr/>
        </p:nvCxnSpPr>
        <p:spPr>
          <a:xfrm>
            <a:off x="2168433" y="2895507"/>
            <a:ext cx="0" cy="2947942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9C69A23B-B838-6233-7006-17FC3EF9F176}"/>
              </a:ext>
            </a:extLst>
          </p:cNvPr>
          <p:cNvCxnSpPr>
            <a:cxnSpLocks/>
          </p:cNvCxnSpPr>
          <p:nvPr/>
        </p:nvCxnSpPr>
        <p:spPr>
          <a:xfrm>
            <a:off x="6844937" y="2739357"/>
            <a:ext cx="0" cy="241611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7D911-8DA7-ADEA-8C0A-4767E174E101}"/>
              </a:ext>
            </a:extLst>
          </p:cNvPr>
          <p:cNvCxnSpPr>
            <a:cxnSpLocks/>
          </p:cNvCxnSpPr>
          <p:nvPr/>
        </p:nvCxnSpPr>
        <p:spPr>
          <a:xfrm>
            <a:off x="10834970" y="2739356"/>
            <a:ext cx="0" cy="3104093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B5FC47C-3BCA-D81A-7D60-4B9817B65AC4}"/>
              </a:ext>
            </a:extLst>
          </p:cNvPr>
          <p:cNvSpPr txBox="1"/>
          <p:nvPr/>
        </p:nvSpPr>
        <p:spPr>
          <a:xfrm>
            <a:off x="847834" y="3199651"/>
            <a:ext cx="2426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Enable/Disable Interrupt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355F07C-BEFD-7BE1-15F9-D18F0C524639}"/>
              </a:ext>
            </a:extLst>
          </p:cNvPr>
          <p:cNvSpPr txBox="1"/>
          <p:nvPr/>
        </p:nvSpPr>
        <p:spPr>
          <a:xfrm>
            <a:off x="2679492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●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743E081-5757-1594-5A85-C28836DC4E20}"/>
              </a:ext>
            </a:extLst>
          </p:cNvPr>
          <p:cNvSpPr txBox="1"/>
          <p:nvPr/>
        </p:nvSpPr>
        <p:spPr>
          <a:xfrm>
            <a:off x="3101859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78113813-42D4-6F2C-8A98-AD914559F736}"/>
              </a:ext>
            </a:extLst>
          </p:cNvPr>
          <p:cNvSpPr txBox="1"/>
          <p:nvPr/>
        </p:nvSpPr>
        <p:spPr>
          <a:xfrm>
            <a:off x="4839221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6D2FBD6-A335-C66D-5267-05CD1B12672F}"/>
              </a:ext>
            </a:extLst>
          </p:cNvPr>
          <p:cNvSpPr txBox="1"/>
          <p:nvPr/>
        </p:nvSpPr>
        <p:spPr>
          <a:xfrm>
            <a:off x="6698504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8789913-2D54-CF2F-6740-00F17AFFF77C}"/>
              </a:ext>
            </a:extLst>
          </p:cNvPr>
          <p:cNvSpPr txBox="1"/>
          <p:nvPr/>
        </p:nvSpPr>
        <p:spPr>
          <a:xfrm>
            <a:off x="10110873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◇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77F5757-4B9D-9B3F-5E9C-D157213F30B7}"/>
              </a:ext>
            </a:extLst>
          </p:cNvPr>
          <p:cNvSpPr txBox="1"/>
          <p:nvPr/>
        </p:nvSpPr>
        <p:spPr>
          <a:xfrm>
            <a:off x="10692572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●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1582AC50-8A7A-547A-4C56-6122F48E1B00}"/>
              </a:ext>
            </a:extLst>
          </p:cNvPr>
          <p:cNvSpPr txBox="1"/>
          <p:nvPr/>
        </p:nvSpPr>
        <p:spPr>
          <a:xfrm>
            <a:off x="8583914" y="2517230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</a:t>
            </a:r>
          </a:p>
        </p:txBody>
      </p: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8A827F44-57E5-408F-DAAA-9EEB1F476005}"/>
              </a:ext>
            </a:extLst>
          </p:cNvPr>
          <p:cNvCxnSpPr>
            <a:cxnSpLocks/>
          </p:cNvCxnSpPr>
          <p:nvPr/>
        </p:nvCxnSpPr>
        <p:spPr>
          <a:xfrm flipV="1">
            <a:off x="8729169" y="2734029"/>
            <a:ext cx="0" cy="2044066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9B1E6B9-9106-0909-FB4B-8C59C2BCC61B}"/>
              </a:ext>
            </a:extLst>
          </p:cNvPr>
          <p:cNvSpPr txBox="1"/>
          <p:nvPr/>
        </p:nvSpPr>
        <p:spPr>
          <a:xfrm>
            <a:off x="5403125" y="6086060"/>
            <a:ext cx="4937911" cy="40311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利用を想定して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]RI</a:t>
            </a:r>
            <a:r>
              <a:rPr lang="ja-JP" altLang="en-US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と■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]TI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を同時に割り込み禁止にしている</a:t>
            </a:r>
          </a:p>
          <a:p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2087349A-551A-A15E-B6E1-FF6E5FD5DBB6}"/>
              </a:ext>
            </a:extLst>
          </p:cNvPr>
          <p:cNvCxnSpPr>
            <a:cxnSpLocks/>
          </p:cNvCxnSpPr>
          <p:nvPr/>
        </p:nvCxnSpPr>
        <p:spPr>
          <a:xfrm flipV="1">
            <a:off x="6923392" y="4543625"/>
            <a:ext cx="0" cy="1542435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D03FA78A-AF65-A361-AAFF-222422A4B19D}"/>
              </a:ext>
            </a:extLst>
          </p:cNvPr>
          <p:cNvCxnSpPr>
            <a:cxnSpLocks/>
          </p:cNvCxnSpPr>
          <p:nvPr/>
        </p:nvCxnSpPr>
        <p:spPr>
          <a:xfrm flipV="1">
            <a:off x="6923392" y="5155472"/>
            <a:ext cx="0" cy="930588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9E6B99B-0427-F465-4BFA-7DAF17669FCB}"/>
              </a:ext>
            </a:extLst>
          </p:cNvPr>
          <p:cNvCxnSpPr>
            <a:cxnSpLocks/>
          </p:cNvCxnSpPr>
          <p:nvPr/>
        </p:nvCxnSpPr>
        <p:spPr>
          <a:xfrm>
            <a:off x="853439" y="2277188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BEACB2B-2681-0BE0-A7E4-64B62A0B49B9}"/>
              </a:ext>
            </a:extLst>
          </p:cNvPr>
          <p:cNvGrpSpPr/>
          <p:nvPr/>
        </p:nvGrpSpPr>
        <p:grpSpPr>
          <a:xfrm>
            <a:off x="1063731" y="1388136"/>
            <a:ext cx="660024" cy="670778"/>
            <a:chOff x="9316778" y="536265"/>
            <a:chExt cx="660024" cy="670778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2F10F43C-E319-E396-E44A-DF964F8D9B85}"/>
                </a:ext>
              </a:extLst>
            </p:cNvPr>
            <p:cNvSpPr/>
            <p:nvPr/>
          </p:nvSpPr>
          <p:spPr>
            <a:xfrm rot="16200000">
              <a:off x="9132797" y="721178"/>
              <a:ext cx="669846" cy="301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Master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26A45302-99B6-C70C-110A-179063399C16}"/>
                </a:ext>
              </a:extLst>
            </p:cNvPr>
            <p:cNvSpPr/>
            <p:nvPr/>
          </p:nvSpPr>
          <p:spPr>
            <a:xfrm rot="16200000">
              <a:off x="9490938" y="720246"/>
              <a:ext cx="669846" cy="3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Slave</a:t>
              </a:r>
              <a:r>
                <a: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B4D208A-4BC3-325B-DB60-62A07DEFEA95}"/>
              </a:ext>
            </a:extLst>
          </p:cNvPr>
          <p:cNvSpPr txBox="1"/>
          <p:nvPr/>
        </p:nvSpPr>
        <p:spPr>
          <a:xfrm>
            <a:off x="7114668" y="4778095"/>
            <a:ext cx="4293640" cy="2278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ja-JP" altLang="en-US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■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]TI/Tx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Buffer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Empty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禁止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割り込み発生しない。</a:t>
            </a:r>
          </a:p>
          <a:p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6488191-D742-BD83-060F-2843B832C518}"/>
              </a:ext>
            </a:extLst>
          </p:cNvPr>
          <p:cNvCxnSpPr>
            <a:cxnSpLocks/>
          </p:cNvCxnSpPr>
          <p:nvPr/>
        </p:nvCxnSpPr>
        <p:spPr>
          <a:xfrm>
            <a:off x="10257216" y="2739356"/>
            <a:ext cx="0" cy="70651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6D84AE41-1449-007D-E108-55FF8E19D538}"/>
              </a:ext>
            </a:extLst>
          </p:cNvPr>
          <p:cNvCxnSpPr>
            <a:cxnSpLocks/>
          </p:cNvCxnSpPr>
          <p:nvPr/>
        </p:nvCxnSpPr>
        <p:spPr>
          <a:xfrm>
            <a:off x="2818543" y="2739356"/>
            <a:ext cx="0" cy="3134828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871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4/12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6C7050-E78F-07E2-2CB3-38B3632ABB98}"/>
              </a:ext>
            </a:extLst>
          </p:cNvPr>
          <p:cNvSpPr txBox="1"/>
          <p:nvPr/>
        </p:nvSpPr>
        <p:spPr>
          <a:xfrm>
            <a:off x="737218" y="790835"/>
            <a:ext cx="7830285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Write Tx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8D896A6-BAFD-2F5F-C710-A59822F3BA38}"/>
              </a:ext>
            </a:extLst>
          </p:cNvPr>
          <p:cNvGrpSpPr/>
          <p:nvPr/>
        </p:nvGrpSpPr>
        <p:grpSpPr>
          <a:xfrm>
            <a:off x="2864362" y="1395773"/>
            <a:ext cx="1622548" cy="415770"/>
            <a:chOff x="4201546" y="2258721"/>
            <a:chExt cx="1622548" cy="415772"/>
          </a:xfrm>
          <a:solidFill>
            <a:schemeClr val="bg1">
              <a:lumMod val="65000"/>
            </a:schemeClr>
          </a:solidFill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7DB87F6-209A-825B-A31E-CD8B3A591559}"/>
                </a:ext>
              </a:extLst>
            </p:cNvPr>
            <p:cNvSpPr/>
            <p:nvPr/>
          </p:nvSpPr>
          <p:spPr>
            <a:xfrm rot="16200000">
              <a:off x="408734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7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4E59C06-11B0-CA68-8415-9BCC427E4469}"/>
                </a:ext>
              </a:extLst>
            </p:cNvPr>
            <p:cNvSpPr/>
            <p:nvPr/>
          </p:nvSpPr>
          <p:spPr>
            <a:xfrm rot="16200000">
              <a:off x="429237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6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C8F636B-EF70-C60B-E6B4-D6A1DCAA26CD}"/>
                </a:ext>
              </a:extLst>
            </p:cNvPr>
            <p:cNvSpPr/>
            <p:nvPr/>
          </p:nvSpPr>
          <p:spPr>
            <a:xfrm rot="16200000">
              <a:off x="4497397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5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F52FAF5-BD00-8427-7226-EB423882CC67}"/>
                </a:ext>
              </a:extLst>
            </p:cNvPr>
            <p:cNvSpPr/>
            <p:nvPr/>
          </p:nvSpPr>
          <p:spPr>
            <a:xfrm rot="16200000">
              <a:off x="4702421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4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94318A-C938-BC54-B212-C406FA21A7FE}"/>
                </a:ext>
              </a:extLst>
            </p:cNvPr>
            <p:cNvSpPr/>
            <p:nvPr/>
          </p:nvSpPr>
          <p:spPr>
            <a:xfrm rot="16200000">
              <a:off x="4907445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3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2BBAE00-6269-0ADD-9007-BB48E6736CE0}"/>
                </a:ext>
              </a:extLst>
            </p:cNvPr>
            <p:cNvSpPr/>
            <p:nvPr/>
          </p:nvSpPr>
          <p:spPr>
            <a:xfrm rot="16200000">
              <a:off x="511246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2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82993A2-083F-9276-8861-86729D26E4BB}"/>
                </a:ext>
              </a:extLst>
            </p:cNvPr>
            <p:cNvSpPr/>
            <p:nvPr/>
          </p:nvSpPr>
          <p:spPr>
            <a:xfrm rot="16200000">
              <a:off x="531749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1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71F5A77-E46F-4C6D-9B00-8BF6B0AFD53E}"/>
                </a:ext>
              </a:extLst>
            </p:cNvPr>
            <p:cNvSpPr/>
            <p:nvPr/>
          </p:nvSpPr>
          <p:spPr>
            <a:xfrm rot="16200000">
              <a:off x="5522520" y="2372918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0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DFACFA05-DE8C-1660-3BAE-DF828519BD60}"/>
              </a:ext>
            </a:extLst>
          </p:cNvPr>
          <p:cNvGrpSpPr/>
          <p:nvPr/>
        </p:nvGrpSpPr>
        <p:grpSpPr>
          <a:xfrm>
            <a:off x="841776" y="3573292"/>
            <a:ext cx="10731916" cy="460290"/>
            <a:chOff x="841776" y="3163990"/>
            <a:chExt cx="10731916" cy="460290"/>
          </a:xfrm>
        </p:grpSpPr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61D1B23-D605-D126-04A8-6D2F26CA4D0B}"/>
                </a:ext>
              </a:extLst>
            </p:cNvPr>
            <p:cNvSpPr txBox="1"/>
            <p:nvPr/>
          </p:nvSpPr>
          <p:spPr>
            <a:xfrm>
              <a:off x="841776" y="3163990"/>
              <a:ext cx="13447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六角形 66">
              <a:extLst>
                <a:ext uri="{FF2B5EF4-FFF2-40B4-BE49-F238E27FC236}">
                  <a16:creationId xmlns:a16="http://schemas.microsoft.com/office/drawing/2014/main" id="{D8E13876-0958-B843-3C2C-C9B57780BAD3}"/>
                </a:ext>
              </a:extLst>
            </p:cNvPr>
            <p:cNvSpPr/>
            <p:nvPr/>
          </p:nvSpPr>
          <p:spPr>
            <a:xfrm>
              <a:off x="2168433" y="3415274"/>
              <a:ext cx="8666538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9" name="六角形 68">
              <a:extLst>
                <a:ext uri="{FF2B5EF4-FFF2-40B4-BE49-F238E27FC236}">
                  <a16:creationId xmlns:a16="http://schemas.microsoft.com/office/drawing/2014/main" id="{3709ED08-334A-DE0F-1877-9627C6EEAB00}"/>
                </a:ext>
              </a:extLst>
            </p:cNvPr>
            <p:cNvSpPr/>
            <p:nvPr/>
          </p:nvSpPr>
          <p:spPr>
            <a:xfrm>
              <a:off x="10843033" y="3415274"/>
              <a:ext cx="730659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六角形 11">
              <a:extLst>
                <a:ext uri="{FF2B5EF4-FFF2-40B4-BE49-F238E27FC236}">
                  <a16:creationId xmlns:a16="http://schemas.microsoft.com/office/drawing/2014/main" id="{15C918C8-587A-BE9D-A2CA-583798DB017B}"/>
                </a:ext>
              </a:extLst>
            </p:cNvPr>
            <p:cNvSpPr/>
            <p:nvPr/>
          </p:nvSpPr>
          <p:spPr>
            <a:xfrm>
              <a:off x="1455837" y="341527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B5FC47C-3BCA-D81A-7D60-4B9817B65AC4}"/>
              </a:ext>
            </a:extLst>
          </p:cNvPr>
          <p:cNvSpPr txBox="1"/>
          <p:nvPr/>
        </p:nvSpPr>
        <p:spPr>
          <a:xfrm>
            <a:off x="847834" y="3199651"/>
            <a:ext cx="2426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Enable/Disable Interrupt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B4D208A-4BC3-325B-DB60-62A07DEFEA95}"/>
              </a:ext>
            </a:extLst>
          </p:cNvPr>
          <p:cNvSpPr txBox="1"/>
          <p:nvPr/>
        </p:nvSpPr>
        <p:spPr>
          <a:xfrm>
            <a:off x="2885279" y="4175223"/>
            <a:ext cx="4293640" cy="2278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ja-JP" altLang="en-US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■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]TI/Tx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Buffer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Empty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禁止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割り込み発生しない。</a:t>
            </a:r>
          </a:p>
          <a:p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BEACB2B-2681-0BE0-A7E4-64B62A0B49B9}"/>
              </a:ext>
            </a:extLst>
          </p:cNvPr>
          <p:cNvGrpSpPr/>
          <p:nvPr/>
        </p:nvGrpSpPr>
        <p:grpSpPr>
          <a:xfrm>
            <a:off x="1063731" y="1388136"/>
            <a:ext cx="660024" cy="670778"/>
            <a:chOff x="9316778" y="536265"/>
            <a:chExt cx="660024" cy="670778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2F10F43C-E319-E396-E44A-DF964F8D9B85}"/>
                </a:ext>
              </a:extLst>
            </p:cNvPr>
            <p:cNvSpPr/>
            <p:nvPr/>
          </p:nvSpPr>
          <p:spPr>
            <a:xfrm rot="16200000">
              <a:off x="9132797" y="721178"/>
              <a:ext cx="669846" cy="301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Master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26A45302-99B6-C70C-110A-179063399C16}"/>
                </a:ext>
              </a:extLst>
            </p:cNvPr>
            <p:cNvSpPr/>
            <p:nvPr/>
          </p:nvSpPr>
          <p:spPr>
            <a:xfrm rot="16200000">
              <a:off x="9490938" y="720246"/>
              <a:ext cx="669846" cy="3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Slave</a:t>
              </a:r>
              <a:r>
                <a: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CCB2542-F00A-BF08-91B3-E33C2E73A9AA}"/>
              </a:ext>
            </a:extLst>
          </p:cNvPr>
          <p:cNvGrpSpPr/>
          <p:nvPr/>
        </p:nvGrpSpPr>
        <p:grpSpPr>
          <a:xfrm>
            <a:off x="841775" y="4194092"/>
            <a:ext cx="10731917" cy="1065545"/>
            <a:chOff x="841775" y="4808639"/>
            <a:chExt cx="10731917" cy="1065545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34AD5E13-C32C-382F-D3F9-494D1F1E0A55}"/>
                </a:ext>
              </a:extLst>
            </p:cNvPr>
            <p:cNvGrpSpPr/>
            <p:nvPr/>
          </p:nvGrpSpPr>
          <p:grpSpPr>
            <a:xfrm>
              <a:off x="841776" y="4808639"/>
              <a:ext cx="10731916" cy="451615"/>
              <a:chOff x="841776" y="4407958"/>
              <a:chExt cx="10731916" cy="451615"/>
            </a:xfrm>
          </p:grpSpPr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FC3031FA-8CEC-9386-FCC5-0217F32381CA}"/>
                  </a:ext>
                </a:extLst>
              </p:cNvPr>
              <p:cNvSpPr txBox="1"/>
              <p:nvPr/>
            </p:nvSpPr>
            <p:spPr>
              <a:xfrm>
                <a:off x="841776" y="4407958"/>
                <a:ext cx="134471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1000" b="0" i="0" u="none" strike="noStrike" baseline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■</a:t>
                </a:r>
                <a:r>
                  <a:rPr lang="en-US" altLang="ja-JP" sz="1000" b="0" i="0" u="none" strike="noStrike" baseline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INTRIIC[</a:t>
                </a:r>
                <a:r>
                  <a:rPr lang="en-US" altLang="ja-JP" sz="1000" b="0" i="0" u="none" strike="noStrike" baseline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ch</a:t>
                </a:r>
                <a:r>
                  <a:rPr lang="en-US" altLang="ja-JP" sz="1000" b="0" i="0" u="none" strike="noStrike" baseline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]TI</a:t>
                </a:r>
                <a:endPara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6" name="六角形 65">
                <a:extLst>
                  <a:ext uri="{FF2B5EF4-FFF2-40B4-BE49-F238E27FC236}">
                    <a16:creationId xmlns:a16="http://schemas.microsoft.com/office/drawing/2014/main" id="{CE519B3E-FB2A-E0EB-3D1A-594BE4982E78}"/>
                  </a:ext>
                </a:extLst>
              </p:cNvPr>
              <p:cNvSpPr/>
              <p:nvPr/>
            </p:nvSpPr>
            <p:spPr>
              <a:xfrm>
                <a:off x="1455837" y="4650567"/>
                <a:ext cx="10117855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F184A052-509C-9EB0-D270-E3CD6B5005B5}"/>
                </a:ext>
              </a:extLst>
            </p:cNvPr>
            <p:cNvGrpSpPr/>
            <p:nvPr/>
          </p:nvGrpSpPr>
          <p:grpSpPr>
            <a:xfrm>
              <a:off x="841775" y="5420763"/>
              <a:ext cx="10731916" cy="453421"/>
              <a:chOff x="841775" y="5272722"/>
              <a:chExt cx="10731916" cy="453421"/>
            </a:xfrm>
          </p:grpSpPr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259B07A0-73C8-E240-9210-B991D42C7AFC}"/>
                  </a:ext>
                </a:extLst>
              </p:cNvPr>
              <p:cNvSpPr txBox="1"/>
              <p:nvPr/>
            </p:nvSpPr>
            <p:spPr>
              <a:xfrm>
                <a:off x="841775" y="5272722"/>
                <a:ext cx="151824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◇</a:t>
                </a:r>
                <a:r>
                  <a:rPr lang="en-US" altLang="ja-JP" sz="1000" b="0" i="0" u="none" strike="noStrike" baseline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INTRIIC[</a:t>
                </a:r>
                <a:r>
                  <a:rPr lang="en-US" altLang="ja-JP" sz="1000" b="0" i="0" u="none" strike="noStrike" baseline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ch</a:t>
                </a:r>
                <a:r>
                  <a:rPr lang="en-US" altLang="ja-JP" sz="1000" b="0" i="0" u="none" strike="noStrike" baseline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]TEI</a:t>
                </a:r>
                <a:endPara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6" name="六角形 55">
                <a:extLst>
                  <a:ext uri="{FF2B5EF4-FFF2-40B4-BE49-F238E27FC236}">
                    <a16:creationId xmlns:a16="http://schemas.microsoft.com/office/drawing/2014/main" id="{8925EA69-8B61-27D8-030F-0B16536A75DA}"/>
                  </a:ext>
                </a:extLst>
              </p:cNvPr>
              <p:cNvSpPr/>
              <p:nvPr/>
            </p:nvSpPr>
            <p:spPr>
              <a:xfrm>
                <a:off x="2168432" y="5517137"/>
                <a:ext cx="8665890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EI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7" name="六角形 56">
                <a:extLst>
                  <a:ext uri="{FF2B5EF4-FFF2-40B4-BE49-F238E27FC236}">
                    <a16:creationId xmlns:a16="http://schemas.microsoft.com/office/drawing/2014/main" id="{FED707C7-1EB8-1E8D-2159-DD532538F35A}"/>
                  </a:ext>
                </a:extLst>
              </p:cNvPr>
              <p:cNvSpPr/>
              <p:nvPr/>
            </p:nvSpPr>
            <p:spPr>
              <a:xfrm>
                <a:off x="10843033" y="5517137"/>
                <a:ext cx="730658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1" name="六角形 60">
                <a:extLst>
                  <a:ext uri="{FF2B5EF4-FFF2-40B4-BE49-F238E27FC236}">
                    <a16:creationId xmlns:a16="http://schemas.microsoft.com/office/drawing/2014/main" id="{5FF991EE-377C-BF65-E09E-78E150F9B0D4}"/>
                  </a:ext>
                </a:extLst>
              </p:cNvPr>
              <p:cNvSpPr/>
              <p:nvPr/>
            </p:nvSpPr>
            <p:spPr>
              <a:xfrm>
                <a:off x="1447129" y="5517137"/>
                <a:ext cx="712594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78705608-5285-7BB3-DEF5-6F4AB8992B58}"/>
              </a:ext>
            </a:extLst>
          </p:cNvPr>
          <p:cNvGrpSpPr/>
          <p:nvPr/>
        </p:nvGrpSpPr>
        <p:grpSpPr>
          <a:xfrm>
            <a:off x="841775" y="5420763"/>
            <a:ext cx="10731916" cy="453421"/>
            <a:chOff x="841775" y="5272722"/>
            <a:chExt cx="10731916" cy="453421"/>
          </a:xfrm>
        </p:grpSpPr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90E8B71C-192A-25F4-2E58-0910CA6AE33B}"/>
                </a:ext>
              </a:extLst>
            </p:cNvPr>
            <p:cNvSpPr txBox="1"/>
            <p:nvPr/>
          </p:nvSpPr>
          <p:spPr>
            <a:xfrm>
              <a:off x="841775" y="5272722"/>
              <a:ext cx="168806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▲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INTSDMAC[un]CH[</a:t>
              </a:r>
              <a:r>
                <a:rPr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六角形 88">
              <a:extLst>
                <a:ext uri="{FF2B5EF4-FFF2-40B4-BE49-F238E27FC236}">
                  <a16:creationId xmlns:a16="http://schemas.microsoft.com/office/drawing/2014/main" id="{3278C4FC-75A5-B1FE-461D-8B789BD209C8}"/>
                </a:ext>
              </a:extLst>
            </p:cNvPr>
            <p:cNvSpPr/>
            <p:nvPr/>
          </p:nvSpPr>
          <p:spPr>
            <a:xfrm>
              <a:off x="2818543" y="5517137"/>
              <a:ext cx="5910620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ACT/RUN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0" name="六角形 89">
              <a:extLst>
                <a:ext uri="{FF2B5EF4-FFF2-40B4-BE49-F238E27FC236}">
                  <a16:creationId xmlns:a16="http://schemas.microsoft.com/office/drawing/2014/main" id="{F23E04FC-9048-29CC-8DD5-64EC4332654C}"/>
                </a:ext>
              </a:extLst>
            </p:cNvPr>
            <p:cNvSpPr/>
            <p:nvPr/>
          </p:nvSpPr>
          <p:spPr>
            <a:xfrm>
              <a:off x="8737877" y="5517137"/>
              <a:ext cx="283581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4" name="六角形 93">
              <a:extLst>
                <a:ext uri="{FF2B5EF4-FFF2-40B4-BE49-F238E27FC236}">
                  <a16:creationId xmlns:a16="http://schemas.microsoft.com/office/drawing/2014/main" id="{875D62EF-A98C-641C-9090-D4391A7130F1}"/>
                </a:ext>
              </a:extLst>
            </p:cNvPr>
            <p:cNvSpPr/>
            <p:nvPr/>
          </p:nvSpPr>
          <p:spPr>
            <a:xfrm>
              <a:off x="1447128" y="5517137"/>
              <a:ext cx="1362701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 err="1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INActive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9B84CD67-4BAA-EE31-30A4-384F386A6373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6843759" y="2581664"/>
            <a:ext cx="0" cy="1593559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0C007938-0F81-8E05-F2A9-39688CEDAAC4}"/>
              </a:ext>
            </a:extLst>
          </p:cNvPr>
          <p:cNvCxnSpPr>
            <a:cxnSpLocks/>
            <a:endCxn id="77" idx="2"/>
          </p:cNvCxnSpPr>
          <p:nvPr/>
        </p:nvCxnSpPr>
        <p:spPr>
          <a:xfrm flipV="1">
            <a:off x="3247114" y="2581664"/>
            <a:ext cx="0" cy="1593559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23F5E5CA-CDDB-1DBD-ABD8-86428698D8AD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4984476" y="2581664"/>
            <a:ext cx="0" cy="1593559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01A01049-9880-1E4D-6347-D841771DF0F4}"/>
              </a:ext>
            </a:extLst>
          </p:cNvPr>
          <p:cNvCxnSpPr>
            <a:cxnSpLocks/>
          </p:cNvCxnSpPr>
          <p:nvPr/>
        </p:nvCxnSpPr>
        <p:spPr>
          <a:xfrm>
            <a:off x="8729163" y="2717236"/>
            <a:ext cx="0" cy="3272084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A297E55-0CEA-670D-A44C-9E711E7511E8}"/>
              </a:ext>
            </a:extLst>
          </p:cNvPr>
          <p:cNvSpPr txBox="1"/>
          <p:nvPr/>
        </p:nvSpPr>
        <p:spPr>
          <a:xfrm>
            <a:off x="6196307" y="1403134"/>
            <a:ext cx="5068801" cy="2278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▲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INTSDMAC[un]CH[</a:t>
            </a:r>
            <a:r>
              <a:rPr lang="en-US" altLang="ja-JP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禁止で送信データを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転送するので割り込み発生しない。</a:t>
            </a:r>
          </a:p>
          <a:p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D6AE473B-691D-A334-C694-C7B5DB90F382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8729169" y="1630988"/>
            <a:ext cx="0" cy="908396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CAE6E63-CA39-9B78-37BE-3A06F805200D}"/>
              </a:ext>
            </a:extLst>
          </p:cNvPr>
          <p:cNvSpPr/>
          <p:nvPr/>
        </p:nvSpPr>
        <p:spPr>
          <a:xfrm>
            <a:off x="9585814" y="797265"/>
            <a:ext cx="1622548" cy="4157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i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Transferred by DMA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7C505E1-50BD-865D-DC9B-BE5E2403B636}"/>
              </a:ext>
            </a:extLst>
          </p:cNvPr>
          <p:cNvGrpSpPr/>
          <p:nvPr/>
        </p:nvGrpSpPr>
        <p:grpSpPr>
          <a:xfrm>
            <a:off x="841776" y="1861419"/>
            <a:ext cx="10811663" cy="1328690"/>
            <a:chOff x="841776" y="1861419"/>
            <a:chExt cx="10811663" cy="1328690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BA752520-F3B0-0DA5-E8A7-90F4C6B368F6}"/>
                </a:ext>
              </a:extLst>
            </p:cNvPr>
            <p:cNvSpPr/>
            <p:nvPr/>
          </p:nvSpPr>
          <p:spPr>
            <a:xfrm rot="16200000">
              <a:off x="2516970" y="1975615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55E65C9-DC8D-ADAF-B5C8-5CE40F9B881B}"/>
                </a:ext>
              </a:extLst>
            </p:cNvPr>
            <p:cNvSpPr/>
            <p:nvPr/>
          </p:nvSpPr>
          <p:spPr>
            <a:xfrm rot="16200000">
              <a:off x="10516497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AF6C7132-6D8F-EB0F-9CF3-BBF60A295498}"/>
                </a:ext>
              </a:extLst>
            </p:cNvPr>
            <p:cNvGrpSpPr/>
            <p:nvPr/>
          </p:nvGrpSpPr>
          <p:grpSpPr>
            <a:xfrm>
              <a:off x="2864362" y="1861419"/>
              <a:ext cx="1832619" cy="415770"/>
              <a:chOff x="4201546" y="2733405"/>
              <a:chExt cx="1832619" cy="415770"/>
            </a:xfrm>
          </p:grpSpPr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A1D48720-A445-279B-4C31-D8DA4CACB0ED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90F423CA-3E9E-B6B3-3671-80D4915D03DD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6CFCB557-992D-0D33-5992-2457B3690145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W(0)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FF8DEFD3-711F-0F99-3ECB-7FC064F9F582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FF0FC909-4F91-D11C-CF7E-E91DF9E06D6A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8DF4BEE5-AE75-A8C7-563D-652FFB6D25D1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611641FB-7890-E675-62C9-EDBFA72B55F8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i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44F52219-C4F8-1534-F159-0A2188859217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E26665A0-EA1E-8A44-91FE-C8884BD300D3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BC2D6AF3-6645-DB8D-7D4D-2C5DE4AA29F6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DD4A29CA-0060-1D91-7F05-0AC13341767C}"/>
                </a:ext>
              </a:extLst>
            </p:cNvPr>
            <p:cNvGrpSpPr/>
            <p:nvPr/>
          </p:nvGrpSpPr>
          <p:grpSpPr>
            <a:xfrm>
              <a:off x="8505504" y="1861419"/>
              <a:ext cx="1835533" cy="415770"/>
              <a:chOff x="4201546" y="3221115"/>
              <a:chExt cx="1835533" cy="415770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F4C4C737-ECD0-6563-41F9-B764B952526F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C8FBD452-048C-A48F-7608-BF284E8D9C3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" name="六角形 41">
              <a:extLst>
                <a:ext uri="{FF2B5EF4-FFF2-40B4-BE49-F238E27FC236}">
                  <a16:creationId xmlns:a16="http://schemas.microsoft.com/office/drawing/2014/main" id="{D170C702-B31D-192B-65FA-9CA657197DF8}"/>
                </a:ext>
              </a:extLst>
            </p:cNvPr>
            <p:cNvSpPr/>
            <p:nvPr/>
          </p:nvSpPr>
          <p:spPr>
            <a:xfrm>
              <a:off x="2168434" y="2791004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六角形 44">
              <a:extLst>
                <a:ext uri="{FF2B5EF4-FFF2-40B4-BE49-F238E27FC236}">
                  <a16:creationId xmlns:a16="http://schemas.microsoft.com/office/drawing/2014/main" id="{CEF2372A-BF9B-A6BB-E424-DA136E99C85C}"/>
                </a:ext>
              </a:extLst>
            </p:cNvPr>
            <p:cNvSpPr/>
            <p:nvPr/>
          </p:nvSpPr>
          <p:spPr>
            <a:xfrm>
              <a:off x="2818544" y="2791004"/>
              <a:ext cx="743867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六角形 45">
              <a:extLst>
                <a:ext uri="{FF2B5EF4-FFF2-40B4-BE49-F238E27FC236}">
                  <a16:creationId xmlns:a16="http://schemas.microsoft.com/office/drawing/2014/main" id="{1727E5CC-0D5C-ADAC-B89C-AFCBBD178ABD}"/>
                </a:ext>
              </a:extLst>
            </p:cNvPr>
            <p:cNvSpPr/>
            <p:nvPr/>
          </p:nvSpPr>
          <p:spPr>
            <a:xfrm>
              <a:off x="10257216" y="2791004"/>
              <a:ext cx="585818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六角形 46">
              <a:extLst>
                <a:ext uri="{FF2B5EF4-FFF2-40B4-BE49-F238E27FC236}">
                  <a16:creationId xmlns:a16="http://schemas.microsoft.com/office/drawing/2014/main" id="{797A0DA6-F45C-BBB5-87AB-B2C1978B651C}"/>
                </a:ext>
              </a:extLst>
            </p:cNvPr>
            <p:cNvSpPr/>
            <p:nvPr/>
          </p:nvSpPr>
          <p:spPr>
            <a:xfrm>
              <a:off x="10843033" y="2791004"/>
              <a:ext cx="730659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六角形 47">
              <a:extLst>
                <a:ext uri="{FF2B5EF4-FFF2-40B4-BE49-F238E27FC236}">
                  <a16:creationId xmlns:a16="http://schemas.microsoft.com/office/drawing/2014/main" id="{9E682539-310D-2251-6B4E-54A9EE12F87C}"/>
                </a:ext>
              </a:extLst>
            </p:cNvPr>
            <p:cNvSpPr/>
            <p:nvPr/>
          </p:nvSpPr>
          <p:spPr>
            <a:xfrm>
              <a:off x="1455839" y="279100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430F8A8C-2349-EDC3-7826-EDBF7616B827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3190109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A9E6B99B-0427-F465-4BFA-7DAF17669FCB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" name="グループ化 141">
              <a:extLst>
                <a:ext uri="{FF2B5EF4-FFF2-40B4-BE49-F238E27FC236}">
                  <a16:creationId xmlns:a16="http://schemas.microsoft.com/office/drawing/2014/main" id="{868ACCA4-FF62-C215-980A-C87BC2216E15}"/>
                </a:ext>
              </a:extLst>
            </p:cNvPr>
            <p:cNvGrpSpPr/>
            <p:nvPr/>
          </p:nvGrpSpPr>
          <p:grpSpPr>
            <a:xfrm>
              <a:off x="841776" y="2335443"/>
              <a:ext cx="10141306" cy="450162"/>
              <a:chOff x="841776" y="2335443"/>
              <a:chExt cx="10141306" cy="450162"/>
            </a:xfrm>
          </p:grpSpPr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C355F07C-BEFD-7BE1-15F9-D18F0C524639}"/>
                  </a:ext>
                </a:extLst>
              </p:cNvPr>
              <p:cNvSpPr txBox="1"/>
              <p:nvPr/>
            </p:nvSpPr>
            <p:spPr>
              <a:xfrm>
                <a:off x="267949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  <a:endPara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E743E081-5757-1594-5A85-C28836DC4E20}"/>
                  </a:ext>
                </a:extLst>
              </p:cNvPr>
              <p:cNvSpPr txBox="1"/>
              <p:nvPr/>
            </p:nvSpPr>
            <p:spPr>
              <a:xfrm>
                <a:off x="3101859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□</a:t>
                </a:r>
              </a:p>
            </p:txBody>
          </p: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78113813-42D4-6F2C-8A98-AD914559F736}"/>
                  </a:ext>
                </a:extLst>
              </p:cNvPr>
              <p:cNvSpPr txBox="1"/>
              <p:nvPr/>
            </p:nvSpPr>
            <p:spPr>
              <a:xfrm>
                <a:off x="4839221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□</a:t>
                </a:r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96D2FBD6-A335-C66D-5267-05CD1B12672F}"/>
                  </a:ext>
                </a:extLst>
              </p:cNvPr>
              <p:cNvSpPr txBox="1"/>
              <p:nvPr/>
            </p:nvSpPr>
            <p:spPr>
              <a:xfrm>
                <a:off x="6698504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□</a:t>
                </a: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98789913-2D54-CF2F-6740-00F17AFFF77C}"/>
                  </a:ext>
                </a:extLst>
              </p:cNvPr>
              <p:cNvSpPr txBox="1"/>
              <p:nvPr/>
            </p:nvSpPr>
            <p:spPr>
              <a:xfrm>
                <a:off x="10107063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◇</a:t>
                </a:r>
              </a:p>
            </p:txBody>
          </p:sp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377F5757-4B9D-9B3F-5E9C-D157213F30B7}"/>
                  </a:ext>
                </a:extLst>
              </p:cNvPr>
              <p:cNvSpPr txBox="1"/>
              <p:nvPr/>
            </p:nvSpPr>
            <p:spPr>
              <a:xfrm>
                <a:off x="1069257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</a:p>
            </p:txBody>
          </p:sp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1582AC50-8A7A-547A-4C56-6122F48E1B00}"/>
                  </a:ext>
                </a:extLst>
              </p:cNvPr>
              <p:cNvSpPr txBox="1"/>
              <p:nvPr/>
            </p:nvSpPr>
            <p:spPr>
              <a:xfrm>
                <a:off x="8583914" y="2539384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△</a:t>
                </a:r>
              </a:p>
            </p:txBody>
          </p:sp>
          <p:sp>
            <p:nvSpPr>
              <p:cNvPr id="135" name="テキスト ボックス 134">
                <a:extLst>
                  <a:ext uri="{FF2B5EF4-FFF2-40B4-BE49-F238E27FC236}">
                    <a16:creationId xmlns:a16="http://schemas.microsoft.com/office/drawing/2014/main" id="{30A9D6DB-CC4B-502F-4C7A-8B4D45B0DB5F}"/>
                  </a:ext>
                </a:extLst>
              </p:cNvPr>
              <p:cNvSpPr txBox="1"/>
              <p:nvPr/>
            </p:nvSpPr>
            <p:spPr>
              <a:xfrm>
                <a:off x="841776" y="2335443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vd_g_GpI2cMaIRQTRx</a:t>
                </a:r>
              </a:p>
            </p:txBody>
          </p:sp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D9267F73-D02A-7A2B-3728-985EB794AA42}"/>
                  </a:ext>
                </a:extLst>
              </p:cNvPr>
              <p:cNvSpPr txBox="1"/>
              <p:nvPr/>
            </p:nvSpPr>
            <p:spPr>
              <a:xfrm>
                <a:off x="841776" y="2539384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vd_g_GpI2cMaIRQDmaRx</a:t>
                </a:r>
              </a:p>
            </p:txBody>
          </p:sp>
        </p:grpSp>
      </p:grp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7D911-8DA7-ADEA-8C0A-4767E174E101}"/>
              </a:ext>
            </a:extLst>
          </p:cNvPr>
          <p:cNvCxnSpPr>
            <a:cxnSpLocks/>
          </p:cNvCxnSpPr>
          <p:nvPr/>
        </p:nvCxnSpPr>
        <p:spPr>
          <a:xfrm>
            <a:off x="10834970" y="2537460"/>
            <a:ext cx="0" cy="3451860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01573D2-E849-0841-F6E0-AA11C5C3FB35}"/>
              </a:ext>
            </a:extLst>
          </p:cNvPr>
          <p:cNvCxnSpPr>
            <a:cxnSpLocks/>
          </p:cNvCxnSpPr>
          <p:nvPr/>
        </p:nvCxnSpPr>
        <p:spPr>
          <a:xfrm>
            <a:off x="2819758" y="2539181"/>
            <a:ext cx="0" cy="3450139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94BFE1D-AFC3-55F0-C3B0-8A12A323EB6E}"/>
              </a:ext>
            </a:extLst>
          </p:cNvPr>
          <p:cNvCxnSpPr>
            <a:cxnSpLocks/>
            <a:stCxn id="48" idx="0"/>
          </p:cNvCxnSpPr>
          <p:nvPr/>
        </p:nvCxnSpPr>
        <p:spPr>
          <a:xfrm>
            <a:off x="2168433" y="2895507"/>
            <a:ext cx="0" cy="3093813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B82BF33E-F332-0675-26BA-8E6E0833B8B8}"/>
              </a:ext>
            </a:extLst>
          </p:cNvPr>
          <p:cNvCxnSpPr>
            <a:cxnSpLocks/>
          </p:cNvCxnSpPr>
          <p:nvPr/>
        </p:nvCxnSpPr>
        <p:spPr>
          <a:xfrm>
            <a:off x="10257216" y="2564096"/>
            <a:ext cx="0" cy="88177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323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BC5E1827-A915-631A-F172-49FE47BDF92E}"/>
              </a:ext>
            </a:extLst>
          </p:cNvPr>
          <p:cNvSpPr/>
          <p:nvPr/>
        </p:nvSpPr>
        <p:spPr>
          <a:xfrm>
            <a:off x="6615307" y="2178442"/>
            <a:ext cx="712597" cy="4157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Byte#2/</a:t>
            </a:r>
          </a:p>
          <a:p>
            <a:pPr algn="ctr"/>
            <a:r>
              <a:rPr lang="en-US" altLang="ja-JP" sz="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Data#1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931F87-C3CE-3D88-6E5C-6CD60CCF9233}"/>
              </a:ext>
            </a:extLst>
          </p:cNvPr>
          <p:cNvSpPr/>
          <p:nvPr/>
        </p:nvSpPr>
        <p:spPr>
          <a:xfrm rot="16200000">
            <a:off x="2516970" y="2292639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57AE02-0098-C65D-9828-C0F987C8F909}"/>
              </a:ext>
            </a:extLst>
          </p:cNvPr>
          <p:cNvSpPr/>
          <p:nvPr/>
        </p:nvSpPr>
        <p:spPr>
          <a:xfrm rot="16200000">
            <a:off x="7255137" y="2292639"/>
            <a:ext cx="415769" cy="1873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Stop</a:t>
            </a:r>
            <a:endParaRPr kumimoji="1" lang="ja-JP" altLang="en-US" sz="8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F101356-C519-6678-8174-0328242BE048}"/>
              </a:ext>
            </a:extLst>
          </p:cNvPr>
          <p:cNvGrpSpPr/>
          <p:nvPr/>
        </p:nvGrpSpPr>
        <p:grpSpPr>
          <a:xfrm>
            <a:off x="2864362" y="1717994"/>
            <a:ext cx="1622548" cy="415770"/>
            <a:chOff x="4201546" y="2258721"/>
            <a:chExt cx="1622548" cy="415772"/>
          </a:xfrm>
          <a:solidFill>
            <a:schemeClr val="bg1">
              <a:lumMod val="65000"/>
            </a:schemeClr>
          </a:solidFill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C532C3F-98C8-4EF5-F7B9-2175BC21D241}"/>
                </a:ext>
              </a:extLst>
            </p:cNvPr>
            <p:cNvSpPr/>
            <p:nvPr/>
          </p:nvSpPr>
          <p:spPr>
            <a:xfrm rot="16200000">
              <a:off x="408734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7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B88692A-1DD0-9344-DAA4-541369C7301F}"/>
                </a:ext>
              </a:extLst>
            </p:cNvPr>
            <p:cNvSpPr/>
            <p:nvPr/>
          </p:nvSpPr>
          <p:spPr>
            <a:xfrm rot="16200000">
              <a:off x="429237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6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2D4FA74-8792-FB49-E7E4-3E3DDBB9E126}"/>
                </a:ext>
              </a:extLst>
            </p:cNvPr>
            <p:cNvSpPr/>
            <p:nvPr/>
          </p:nvSpPr>
          <p:spPr>
            <a:xfrm rot="16200000">
              <a:off x="4497397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5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3FBC8E99-8C1E-020C-E5D6-ACED9F6C6BE6}"/>
                </a:ext>
              </a:extLst>
            </p:cNvPr>
            <p:cNvSpPr/>
            <p:nvPr/>
          </p:nvSpPr>
          <p:spPr>
            <a:xfrm rot="16200000">
              <a:off x="4702421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4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42A41FF-6E1D-DCB7-925D-793F9DFA73E3}"/>
                </a:ext>
              </a:extLst>
            </p:cNvPr>
            <p:cNvSpPr/>
            <p:nvPr/>
          </p:nvSpPr>
          <p:spPr>
            <a:xfrm rot="16200000">
              <a:off x="4907445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3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D8ABCBB-37BD-928C-8C55-C6246171A5B1}"/>
                </a:ext>
              </a:extLst>
            </p:cNvPr>
            <p:cNvSpPr/>
            <p:nvPr/>
          </p:nvSpPr>
          <p:spPr>
            <a:xfrm rot="16200000">
              <a:off x="511246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2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633295F-950C-6E38-881E-DE07051D2393}"/>
                </a:ext>
              </a:extLst>
            </p:cNvPr>
            <p:cNvSpPr/>
            <p:nvPr/>
          </p:nvSpPr>
          <p:spPr>
            <a:xfrm rot="16200000">
              <a:off x="531749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1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4FEE9D89-005D-E90D-B064-39FF5DEE42CC}"/>
                </a:ext>
              </a:extLst>
            </p:cNvPr>
            <p:cNvSpPr/>
            <p:nvPr/>
          </p:nvSpPr>
          <p:spPr>
            <a:xfrm rot="16200000">
              <a:off x="5522520" y="2372918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0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1084E40-A35E-1402-924A-D0771A82B349}"/>
              </a:ext>
            </a:extLst>
          </p:cNvPr>
          <p:cNvGrpSpPr/>
          <p:nvPr/>
        </p:nvGrpSpPr>
        <p:grpSpPr>
          <a:xfrm>
            <a:off x="2864362" y="2178442"/>
            <a:ext cx="1832619" cy="415770"/>
            <a:chOff x="4201546" y="2733405"/>
            <a:chExt cx="1832619" cy="415770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7B064011-6FEA-93AC-A36C-FDA524192DF3}"/>
                </a:ext>
              </a:extLst>
            </p:cNvPr>
            <p:cNvGrpSpPr/>
            <p:nvPr/>
          </p:nvGrpSpPr>
          <p:grpSpPr>
            <a:xfrm>
              <a:off x="4201546" y="2733405"/>
              <a:ext cx="1625048" cy="415770"/>
              <a:chOff x="4201546" y="2733405"/>
              <a:chExt cx="1625048" cy="415770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9BC02417-2EF8-7E0D-CD81-0C357409FDF7}"/>
                  </a:ext>
                </a:extLst>
              </p:cNvPr>
              <p:cNvSpPr/>
              <p:nvPr/>
            </p:nvSpPr>
            <p:spPr>
              <a:xfrm>
                <a:off x="4201546" y="2733405"/>
                <a:ext cx="1417521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Byte#0</a:t>
                </a:r>
              </a:p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Slave Device Address</a:t>
                </a:r>
              </a:p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 [bits]</a:t>
                </a: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186166F7-BF06-CE07-47D4-61B3A6DD904E}"/>
                  </a:ext>
                </a:extLst>
              </p:cNvPr>
              <p:cNvSpPr/>
              <p:nvPr/>
            </p:nvSpPr>
            <p:spPr>
              <a:xfrm rot="16200000">
                <a:off x="5525021" y="2847602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W(0)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36052BD-9D7F-7D37-5226-905587D10CF3}"/>
                </a:ext>
              </a:extLst>
            </p:cNvPr>
            <p:cNvSpPr/>
            <p:nvPr/>
          </p:nvSpPr>
          <p:spPr>
            <a:xfrm rot="16200000">
              <a:off x="5732592" y="2847602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7A60A16-439A-FF08-E120-60ED199117A0}"/>
              </a:ext>
            </a:extLst>
          </p:cNvPr>
          <p:cNvGrpSpPr/>
          <p:nvPr/>
        </p:nvGrpSpPr>
        <p:grpSpPr>
          <a:xfrm>
            <a:off x="4742800" y="2178442"/>
            <a:ext cx="1835533" cy="415770"/>
            <a:chOff x="4201546" y="3221115"/>
            <a:chExt cx="1835533" cy="41577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C13F39D-00D6-092A-8850-7F065BA1A7AF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Byte#1/Data#0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847A1A27-31AB-D4F9-4C20-2D88EEDE3840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8841471-86EC-1FDF-E5F5-0E6961FAB0D3}"/>
              </a:ext>
            </a:extLst>
          </p:cNvPr>
          <p:cNvSpPr txBox="1"/>
          <p:nvPr/>
        </p:nvSpPr>
        <p:spPr>
          <a:xfrm>
            <a:off x="841776" y="2817684"/>
            <a:ext cx="1622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vd_g_GpI2cMaIRQTRx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六角形 28">
            <a:extLst>
              <a:ext uri="{FF2B5EF4-FFF2-40B4-BE49-F238E27FC236}">
                <a16:creationId xmlns:a16="http://schemas.microsoft.com/office/drawing/2014/main" id="{95AA2C63-5F74-C774-6188-DCA39DFBE61B}"/>
              </a:ext>
            </a:extLst>
          </p:cNvPr>
          <p:cNvSpPr/>
          <p:nvPr/>
        </p:nvSpPr>
        <p:spPr>
          <a:xfrm>
            <a:off x="2168434" y="3112515"/>
            <a:ext cx="660343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六角形 29">
            <a:extLst>
              <a:ext uri="{FF2B5EF4-FFF2-40B4-BE49-F238E27FC236}">
                <a16:creationId xmlns:a16="http://schemas.microsoft.com/office/drawing/2014/main" id="{C91F99DF-F764-5708-A9A3-F0F44A6CD669}"/>
              </a:ext>
            </a:extLst>
          </p:cNvPr>
          <p:cNvSpPr/>
          <p:nvPr/>
        </p:nvSpPr>
        <p:spPr>
          <a:xfrm>
            <a:off x="2828778" y="3112515"/>
            <a:ext cx="4016160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六角形 31">
            <a:extLst>
              <a:ext uri="{FF2B5EF4-FFF2-40B4-BE49-F238E27FC236}">
                <a16:creationId xmlns:a16="http://schemas.microsoft.com/office/drawing/2014/main" id="{CCB483B2-4674-08E3-5D50-63E68F70A8DA}"/>
              </a:ext>
            </a:extLst>
          </p:cNvPr>
          <p:cNvSpPr/>
          <p:nvPr/>
        </p:nvSpPr>
        <p:spPr>
          <a:xfrm>
            <a:off x="6844938" y="3112515"/>
            <a:ext cx="712597" cy="20900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六角形 33">
            <a:extLst>
              <a:ext uri="{FF2B5EF4-FFF2-40B4-BE49-F238E27FC236}">
                <a16:creationId xmlns:a16="http://schemas.microsoft.com/office/drawing/2014/main" id="{3F21B862-0A70-498E-F761-32B06BDAE32D}"/>
              </a:ext>
            </a:extLst>
          </p:cNvPr>
          <p:cNvSpPr/>
          <p:nvPr/>
        </p:nvSpPr>
        <p:spPr>
          <a:xfrm>
            <a:off x="1455839" y="3112515"/>
            <a:ext cx="712594" cy="209006"/>
          </a:xfrm>
          <a:prstGeom prst="hexagon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9DA13D5-D91E-7AAD-8943-A8843414F224}"/>
              </a:ext>
            </a:extLst>
          </p:cNvPr>
          <p:cNvSpPr txBox="1"/>
          <p:nvPr/>
        </p:nvSpPr>
        <p:spPr>
          <a:xfrm>
            <a:off x="2679492" y="2817684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●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1AFE49A-92E4-F09A-535D-F4DAE2A897B3}"/>
              </a:ext>
            </a:extLst>
          </p:cNvPr>
          <p:cNvSpPr txBox="1"/>
          <p:nvPr/>
        </p:nvSpPr>
        <p:spPr>
          <a:xfrm>
            <a:off x="3101859" y="2817684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61EE7CE-4B2B-7C65-41CF-5F30582BDACB}"/>
              </a:ext>
            </a:extLst>
          </p:cNvPr>
          <p:cNvSpPr txBox="1"/>
          <p:nvPr/>
        </p:nvSpPr>
        <p:spPr>
          <a:xfrm>
            <a:off x="4839221" y="2817684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21D0623-C6E0-9822-7E7F-7CAB9D908580}"/>
              </a:ext>
            </a:extLst>
          </p:cNvPr>
          <p:cNvSpPr txBox="1"/>
          <p:nvPr/>
        </p:nvSpPr>
        <p:spPr>
          <a:xfrm>
            <a:off x="6698504" y="2817684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521A587-9E86-0156-7FC2-148080B25404}"/>
              </a:ext>
            </a:extLst>
          </p:cNvPr>
          <p:cNvSpPr txBox="1"/>
          <p:nvPr/>
        </p:nvSpPr>
        <p:spPr>
          <a:xfrm>
            <a:off x="7408352" y="2817684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●</a:t>
            </a:r>
          </a:p>
        </p:txBody>
      </p: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D83966FF-CE54-2AE9-906A-9F67B9A81B82}"/>
              </a:ext>
            </a:extLst>
          </p:cNvPr>
          <p:cNvGrpSpPr/>
          <p:nvPr/>
        </p:nvGrpSpPr>
        <p:grpSpPr>
          <a:xfrm>
            <a:off x="7558814" y="2178442"/>
            <a:ext cx="4094625" cy="1143079"/>
            <a:chOff x="7558814" y="2274235"/>
            <a:chExt cx="4094625" cy="1143079"/>
          </a:xfrm>
        </p:grpSpPr>
        <p:sp>
          <p:nvSpPr>
            <p:cNvPr id="50" name="六角形 49">
              <a:extLst>
                <a:ext uri="{FF2B5EF4-FFF2-40B4-BE49-F238E27FC236}">
                  <a16:creationId xmlns:a16="http://schemas.microsoft.com/office/drawing/2014/main" id="{7710CEAA-FBF3-0B67-F0F6-88AE215F2944}"/>
                </a:ext>
              </a:extLst>
            </p:cNvPr>
            <p:cNvSpPr/>
            <p:nvPr/>
          </p:nvSpPr>
          <p:spPr>
            <a:xfrm>
              <a:off x="7558814" y="3208308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5BC3B7E-80BC-9CC7-11F7-6CA82C1C1CCF}"/>
                </a:ext>
              </a:extLst>
            </p:cNvPr>
            <p:cNvSpPr/>
            <p:nvPr/>
          </p:nvSpPr>
          <p:spPr>
            <a:xfrm rot="16200000">
              <a:off x="7891815" y="2388432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B896D640-3414-E612-E661-272CB7A93FE4}"/>
                </a:ext>
              </a:extLst>
            </p:cNvPr>
            <p:cNvSpPr txBox="1"/>
            <p:nvPr/>
          </p:nvSpPr>
          <p:spPr>
            <a:xfrm>
              <a:off x="8081094" y="291347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A65B884A-01AF-2AF4-722A-AD9AF7042943}"/>
                </a:ext>
              </a:extLst>
            </p:cNvPr>
            <p:cNvGrpSpPr/>
            <p:nvPr/>
          </p:nvGrpSpPr>
          <p:grpSpPr>
            <a:xfrm>
              <a:off x="8228400" y="2274235"/>
              <a:ext cx="1832619" cy="415770"/>
              <a:chOff x="4201546" y="2733405"/>
              <a:chExt cx="1832619" cy="415770"/>
            </a:xfrm>
          </p:grpSpPr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0FB7A848-D46A-BA62-B8EF-CC5DAF3CA9C2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55" name="正方形/長方形 54">
                  <a:extLst>
                    <a:ext uri="{FF2B5EF4-FFF2-40B4-BE49-F238E27FC236}">
                      <a16:creationId xmlns:a16="http://schemas.microsoft.com/office/drawing/2014/main" id="{3E84F1E6-FD19-AE38-EC6A-D5E4973BEFA5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57" name="正方形/長方形 56">
                  <a:extLst>
                    <a:ext uri="{FF2B5EF4-FFF2-40B4-BE49-F238E27FC236}">
                      <a16:creationId xmlns:a16="http://schemas.microsoft.com/office/drawing/2014/main" id="{28194F4E-9E56-1892-4B94-D109C0727A3C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W(0)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6BAB0F8F-FDEC-0AED-E8D3-71DFAF66039C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9F246311-4B88-9A0E-E06A-AEEC9B49A42E}"/>
                </a:ext>
              </a:extLst>
            </p:cNvPr>
            <p:cNvSpPr txBox="1"/>
            <p:nvPr/>
          </p:nvSpPr>
          <p:spPr>
            <a:xfrm>
              <a:off x="8565399" y="291347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9A2D0332-AF8E-6D2F-D6D6-C37ED461E5BE}"/>
                </a:ext>
              </a:extLst>
            </p:cNvPr>
            <p:cNvSpPr/>
            <p:nvPr/>
          </p:nvSpPr>
          <p:spPr>
            <a:xfrm>
              <a:off x="10097572" y="2274235"/>
              <a:ext cx="1555867" cy="415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Byte#1/Data#0</a:t>
              </a:r>
            </a:p>
          </p:txBody>
        </p:sp>
        <p:sp>
          <p:nvSpPr>
            <p:cNvPr id="65" name="六角形 64">
              <a:extLst>
                <a:ext uri="{FF2B5EF4-FFF2-40B4-BE49-F238E27FC236}">
                  <a16:creationId xmlns:a16="http://schemas.microsoft.com/office/drawing/2014/main" id="{0E9A78F8-A26E-9193-C4E0-BFD7550CE7DE}"/>
                </a:ext>
              </a:extLst>
            </p:cNvPr>
            <p:cNvSpPr/>
            <p:nvPr/>
          </p:nvSpPr>
          <p:spPr>
            <a:xfrm>
              <a:off x="8218729" y="3208308"/>
              <a:ext cx="3434710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09F52066-8C8F-3763-DCEE-7E32EA14A089}"/>
              </a:ext>
            </a:extLst>
          </p:cNvPr>
          <p:cNvCxnSpPr>
            <a:cxnSpLocks/>
          </p:cNvCxnSpPr>
          <p:nvPr/>
        </p:nvCxnSpPr>
        <p:spPr>
          <a:xfrm>
            <a:off x="2864362" y="1633947"/>
            <a:ext cx="4463542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D0B20072-55E1-F89F-225A-B56967C98ECD}"/>
              </a:ext>
            </a:extLst>
          </p:cNvPr>
          <p:cNvSpPr txBox="1"/>
          <p:nvPr/>
        </p:nvSpPr>
        <p:spPr>
          <a:xfrm>
            <a:off x="4238811" y="1390903"/>
            <a:ext cx="21564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Write Request[0] </a:t>
            </a:r>
            <a:endParaRPr lang="ja-JP" altLang="en-US" sz="1000" dirty="0"/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90C675DF-152F-58D3-6A3E-9469EC15BD84}"/>
              </a:ext>
            </a:extLst>
          </p:cNvPr>
          <p:cNvCxnSpPr>
            <a:cxnSpLocks/>
          </p:cNvCxnSpPr>
          <p:nvPr/>
        </p:nvCxnSpPr>
        <p:spPr>
          <a:xfrm>
            <a:off x="8218729" y="1633947"/>
            <a:ext cx="3434710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DBFBD027-3EB9-846D-593A-4B904B44ED80}"/>
              </a:ext>
            </a:extLst>
          </p:cNvPr>
          <p:cNvSpPr txBox="1"/>
          <p:nvPr/>
        </p:nvSpPr>
        <p:spPr>
          <a:xfrm>
            <a:off x="9415207" y="1390903"/>
            <a:ext cx="21564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Write Request[1] </a:t>
            </a:r>
            <a:endParaRPr lang="ja-JP" altLang="en-US" sz="1000" dirty="0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E7365C0D-2017-26AE-CEE7-4FDA45B538EB}"/>
              </a:ext>
            </a:extLst>
          </p:cNvPr>
          <p:cNvCxnSpPr>
            <a:cxnSpLocks/>
          </p:cNvCxnSpPr>
          <p:nvPr/>
        </p:nvCxnSpPr>
        <p:spPr>
          <a:xfrm>
            <a:off x="853439" y="2594212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54F1EE6-AD81-59F9-F088-EAEB633E83A4}"/>
              </a:ext>
            </a:extLst>
          </p:cNvPr>
          <p:cNvSpPr txBox="1"/>
          <p:nvPr/>
        </p:nvSpPr>
        <p:spPr>
          <a:xfrm>
            <a:off x="1584961" y="5307619"/>
            <a:ext cx="9823269" cy="5244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送信割り込みにてエラー検出した場合は送受信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Sequence/State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Transition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を中断し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送信要求を発行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実行する。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にて送信データ転送している場合は◇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]TEI</a:t>
            </a:r>
            <a:r>
              <a:rPr lang="ja-JP" altLang="en-US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割り込みで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転送エラーを検出、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 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送信要求を発行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実行する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Sequence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中断が繰り返し発生する可能性があるため、送受信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Sequence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中断時は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Frame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Timeout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検出用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Free-run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Timer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Counter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Capture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を実行しない。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2D450B4-8DFD-4A1B-B7AD-319341A51E39}"/>
              </a:ext>
            </a:extLst>
          </p:cNvPr>
          <p:cNvCxnSpPr>
            <a:cxnSpLocks/>
          </p:cNvCxnSpPr>
          <p:nvPr/>
        </p:nvCxnSpPr>
        <p:spPr>
          <a:xfrm>
            <a:off x="6835413" y="3027072"/>
            <a:ext cx="0" cy="227183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0E78A704-73B4-AB5E-B110-6B688F94BC2B}"/>
              </a:ext>
            </a:extLst>
          </p:cNvPr>
          <p:cNvSpPr/>
          <p:nvPr/>
        </p:nvSpPr>
        <p:spPr>
          <a:xfrm>
            <a:off x="6846921" y="2013726"/>
            <a:ext cx="849767" cy="773664"/>
          </a:xfrm>
          <a:prstGeom prst="roundRect">
            <a:avLst/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吹き出し: 折線 (強調線付き) 66">
            <a:extLst>
              <a:ext uri="{FF2B5EF4-FFF2-40B4-BE49-F238E27FC236}">
                <a16:creationId xmlns:a16="http://schemas.microsoft.com/office/drawing/2014/main" id="{9DA21860-430F-0C53-B567-E647802EFB06}"/>
              </a:ext>
            </a:extLst>
          </p:cNvPr>
          <p:cNvSpPr/>
          <p:nvPr/>
        </p:nvSpPr>
        <p:spPr>
          <a:xfrm>
            <a:off x="8336137" y="608278"/>
            <a:ext cx="3212593" cy="740902"/>
          </a:xfrm>
          <a:prstGeom prst="accentCallout2">
            <a:avLst>
              <a:gd name="adj1" fmla="val 18751"/>
              <a:gd name="adj2" fmla="val -2795"/>
              <a:gd name="adj3" fmla="val 18750"/>
              <a:gd name="adj4" fmla="val -16667"/>
              <a:gd name="adj5" fmla="val 189497"/>
              <a:gd name="adj6" fmla="val -31967"/>
            </a:avLst>
          </a:prstGeom>
          <a:solidFill>
            <a:schemeClr val="bg1"/>
          </a:solidFill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Things To Do for EPSW:</a:t>
            </a:r>
          </a:p>
          <a:p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Tx Buffer</a:t>
            </a:r>
            <a:r>
              <a:rPr lang="ja-JP" altLang="en-US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Empty</a:t>
            </a:r>
            <a:r>
              <a:rPr lang="ja-JP" altLang="en-US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にて</a:t>
            </a:r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Stop</a:t>
            </a:r>
            <a:r>
              <a:rPr lang="ja-JP" altLang="en-US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Condition</a:t>
            </a:r>
            <a:r>
              <a:rPr lang="ja-JP" altLang="en-US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送信を実行すると</a:t>
            </a:r>
            <a:r>
              <a:rPr lang="en-US" altLang="ja-JP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通信波形がどのように変化するかを実機にて確認しておくこと。</a:t>
            </a: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D26BF67-9D47-C1B2-A18D-C861FBB5FD78}"/>
              </a:ext>
            </a:extLst>
          </p:cNvPr>
          <p:cNvGrpSpPr/>
          <p:nvPr/>
        </p:nvGrpSpPr>
        <p:grpSpPr>
          <a:xfrm>
            <a:off x="1063731" y="1719063"/>
            <a:ext cx="660024" cy="670778"/>
            <a:chOff x="9316778" y="536265"/>
            <a:chExt cx="660024" cy="670778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9C7FFC6B-622B-2F9F-CC9C-3343EF844D79}"/>
                </a:ext>
              </a:extLst>
            </p:cNvPr>
            <p:cNvSpPr/>
            <p:nvPr/>
          </p:nvSpPr>
          <p:spPr>
            <a:xfrm rot="16200000">
              <a:off x="9132797" y="721178"/>
              <a:ext cx="669846" cy="301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Master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519F6C68-098A-45F0-C1BF-5E55EEC28F0C}"/>
                </a:ext>
              </a:extLst>
            </p:cNvPr>
            <p:cNvSpPr/>
            <p:nvPr/>
          </p:nvSpPr>
          <p:spPr>
            <a:xfrm rot="16200000">
              <a:off x="9490938" y="720246"/>
              <a:ext cx="669846" cy="3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Slave</a:t>
              </a:r>
              <a:r>
                <a: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AD691B6C-25BD-237F-FB12-246986A18FCB}"/>
              </a:ext>
            </a:extLst>
          </p:cNvPr>
          <p:cNvGrpSpPr/>
          <p:nvPr/>
        </p:nvGrpSpPr>
        <p:grpSpPr>
          <a:xfrm>
            <a:off x="841776" y="3726680"/>
            <a:ext cx="10811663" cy="1328690"/>
            <a:chOff x="841776" y="4623669"/>
            <a:chExt cx="10811663" cy="1328690"/>
          </a:xfrm>
        </p:grpSpPr>
        <p:sp>
          <p:nvSpPr>
            <p:cNvPr id="134" name="六角形 133">
              <a:extLst>
                <a:ext uri="{FF2B5EF4-FFF2-40B4-BE49-F238E27FC236}">
                  <a16:creationId xmlns:a16="http://schemas.microsoft.com/office/drawing/2014/main" id="{E14918B6-481B-0490-A325-6AF35B393148}"/>
                </a:ext>
              </a:extLst>
            </p:cNvPr>
            <p:cNvSpPr/>
            <p:nvPr/>
          </p:nvSpPr>
          <p:spPr>
            <a:xfrm>
              <a:off x="7188242" y="5552453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6" name="テキスト ボックス 135">
              <a:extLst>
                <a:ext uri="{FF2B5EF4-FFF2-40B4-BE49-F238E27FC236}">
                  <a16:creationId xmlns:a16="http://schemas.microsoft.com/office/drawing/2014/main" id="{078ED025-FF64-D722-1723-6A73B606BBEF}"/>
                </a:ext>
              </a:extLst>
            </p:cNvPr>
            <p:cNvSpPr txBox="1"/>
            <p:nvPr/>
          </p:nvSpPr>
          <p:spPr>
            <a:xfrm>
              <a:off x="7710522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●</a:t>
              </a:r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B8EC13DB-A247-3148-B285-2974B816EF65}"/>
                </a:ext>
              </a:extLst>
            </p:cNvPr>
            <p:cNvSpPr txBox="1"/>
            <p:nvPr/>
          </p:nvSpPr>
          <p:spPr>
            <a:xfrm>
              <a:off x="8194827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■</a:t>
              </a:r>
            </a:p>
          </p:txBody>
        </p:sp>
        <p:sp>
          <p:nvSpPr>
            <p:cNvPr id="140" name="六角形 139">
              <a:extLst>
                <a:ext uri="{FF2B5EF4-FFF2-40B4-BE49-F238E27FC236}">
                  <a16:creationId xmlns:a16="http://schemas.microsoft.com/office/drawing/2014/main" id="{87BAAACC-181C-5EF2-9FDB-70D66AA2DB32}"/>
                </a:ext>
              </a:extLst>
            </p:cNvPr>
            <p:cNvSpPr/>
            <p:nvPr/>
          </p:nvSpPr>
          <p:spPr>
            <a:xfrm>
              <a:off x="7848157" y="5552453"/>
              <a:ext cx="3805282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7" name="六角形 76">
              <a:extLst>
                <a:ext uri="{FF2B5EF4-FFF2-40B4-BE49-F238E27FC236}">
                  <a16:creationId xmlns:a16="http://schemas.microsoft.com/office/drawing/2014/main" id="{9C51D221-EC50-74E5-8513-67506D9BD2DC}"/>
                </a:ext>
              </a:extLst>
            </p:cNvPr>
            <p:cNvSpPr/>
            <p:nvPr/>
          </p:nvSpPr>
          <p:spPr>
            <a:xfrm>
              <a:off x="2168434" y="5553254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9" name="六角形 78">
              <a:extLst>
                <a:ext uri="{FF2B5EF4-FFF2-40B4-BE49-F238E27FC236}">
                  <a16:creationId xmlns:a16="http://schemas.microsoft.com/office/drawing/2014/main" id="{FD23A6C8-96A7-0B75-5DE0-E8386A16CF1F}"/>
                </a:ext>
              </a:extLst>
            </p:cNvPr>
            <p:cNvSpPr/>
            <p:nvPr/>
          </p:nvSpPr>
          <p:spPr>
            <a:xfrm>
              <a:off x="2818545" y="5553254"/>
              <a:ext cx="3666076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6" name="六角形 85">
              <a:extLst>
                <a:ext uri="{FF2B5EF4-FFF2-40B4-BE49-F238E27FC236}">
                  <a16:creationId xmlns:a16="http://schemas.microsoft.com/office/drawing/2014/main" id="{B4320209-9C56-8298-B960-9034E35F32C1}"/>
                </a:ext>
              </a:extLst>
            </p:cNvPr>
            <p:cNvSpPr/>
            <p:nvPr/>
          </p:nvSpPr>
          <p:spPr>
            <a:xfrm>
              <a:off x="6484622" y="5553254"/>
              <a:ext cx="702568" cy="209006"/>
            </a:xfrm>
            <a:prstGeom prst="hexag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9" name="六角形 88">
              <a:extLst>
                <a:ext uri="{FF2B5EF4-FFF2-40B4-BE49-F238E27FC236}">
                  <a16:creationId xmlns:a16="http://schemas.microsoft.com/office/drawing/2014/main" id="{43DF9089-1A46-617E-7FB1-642B8752D548}"/>
                </a:ext>
              </a:extLst>
            </p:cNvPr>
            <p:cNvSpPr/>
            <p:nvPr/>
          </p:nvSpPr>
          <p:spPr>
            <a:xfrm>
              <a:off x="1455839" y="555325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43D977A1-7DA9-50D9-F975-E1C69BA521D8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5952359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081FBA02-6233-FE25-F232-30793611B47E}"/>
                </a:ext>
              </a:extLst>
            </p:cNvPr>
            <p:cNvSpPr txBox="1"/>
            <p:nvPr/>
          </p:nvSpPr>
          <p:spPr>
            <a:xfrm>
              <a:off x="2679492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●</a:t>
              </a:r>
              <a:endParaRPr lang="ja-JP" altLang="en-US" sz="1000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endParaRPr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939CEA7A-025E-EDDA-AA49-51C45C828D7F}"/>
                </a:ext>
              </a:extLst>
            </p:cNvPr>
            <p:cNvSpPr txBox="1"/>
            <p:nvPr/>
          </p:nvSpPr>
          <p:spPr>
            <a:xfrm>
              <a:off x="3101859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□</a:t>
              </a:r>
            </a:p>
          </p:txBody>
        </p: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923BBC5A-E927-8864-7326-E14DDF443387}"/>
                </a:ext>
              </a:extLst>
            </p:cNvPr>
            <p:cNvSpPr txBox="1"/>
            <p:nvPr/>
          </p:nvSpPr>
          <p:spPr>
            <a:xfrm>
              <a:off x="4839221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□</a:t>
              </a: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07E4BA72-C9F8-51E9-46E9-28A0740E1FF0}"/>
                </a:ext>
              </a:extLst>
            </p:cNvPr>
            <p:cNvSpPr txBox="1"/>
            <p:nvPr/>
          </p:nvSpPr>
          <p:spPr>
            <a:xfrm>
              <a:off x="6344688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◇</a:t>
              </a:r>
            </a:p>
          </p:txBody>
        </p:sp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B972013E-33A0-75B5-7E04-6EA88C8AD6D2}"/>
                </a:ext>
              </a:extLst>
            </p:cNvPr>
            <p:cNvSpPr txBox="1"/>
            <p:nvPr/>
          </p:nvSpPr>
          <p:spPr>
            <a:xfrm>
              <a:off x="7034972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●</a:t>
              </a:r>
            </a:p>
          </p:txBody>
        </p: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62792073-BE07-D1BF-E128-AAFDE905B582}"/>
                </a:ext>
              </a:extLst>
            </p:cNvPr>
            <p:cNvSpPr txBox="1"/>
            <p:nvPr/>
          </p:nvSpPr>
          <p:spPr>
            <a:xfrm>
              <a:off x="841776" y="5097693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D6F96735-4E7B-CCD0-AD3B-D961D027290F}"/>
                </a:ext>
              </a:extLst>
            </p:cNvPr>
            <p:cNvSpPr txBox="1"/>
            <p:nvPr/>
          </p:nvSpPr>
          <p:spPr>
            <a:xfrm>
              <a:off x="841776" y="5301634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vd_g_GpI2cMaIRQDmaRx</a:t>
              </a:r>
            </a:p>
          </p:txBody>
        </p:sp>
        <p:grpSp>
          <p:nvGrpSpPr>
            <p:cNvPr id="147" name="グループ化 146">
              <a:extLst>
                <a:ext uri="{FF2B5EF4-FFF2-40B4-BE49-F238E27FC236}">
                  <a16:creationId xmlns:a16="http://schemas.microsoft.com/office/drawing/2014/main" id="{66E2D0F2-A04F-BD62-4CDE-5DD1D1B1DF5F}"/>
                </a:ext>
              </a:extLst>
            </p:cNvPr>
            <p:cNvGrpSpPr/>
            <p:nvPr/>
          </p:nvGrpSpPr>
          <p:grpSpPr>
            <a:xfrm>
              <a:off x="853439" y="4623669"/>
              <a:ext cx="10800000" cy="415770"/>
              <a:chOff x="853439" y="4623669"/>
              <a:chExt cx="10800000" cy="415770"/>
            </a:xfrm>
          </p:grpSpPr>
          <p:sp>
            <p:nvSpPr>
              <p:cNvPr id="135" name="正方形/長方形 134">
                <a:extLst>
                  <a:ext uri="{FF2B5EF4-FFF2-40B4-BE49-F238E27FC236}">
                    <a16:creationId xmlns:a16="http://schemas.microsoft.com/office/drawing/2014/main" id="{292573A5-6B79-2DB9-2AB6-D88B46141039}"/>
                  </a:ext>
                </a:extLst>
              </p:cNvPr>
              <p:cNvSpPr/>
              <p:nvPr/>
            </p:nvSpPr>
            <p:spPr>
              <a:xfrm rot="16200000">
                <a:off x="7521243" y="4737866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Start</a:t>
                </a:r>
                <a:endParaRPr kumimoji="1" lang="ja-JP" altLang="en-US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41" name="グループ化 140">
                <a:extLst>
                  <a:ext uri="{FF2B5EF4-FFF2-40B4-BE49-F238E27FC236}">
                    <a16:creationId xmlns:a16="http://schemas.microsoft.com/office/drawing/2014/main" id="{4C8B853C-CA95-F353-7307-ABF4774EA6F9}"/>
                  </a:ext>
                </a:extLst>
              </p:cNvPr>
              <p:cNvGrpSpPr/>
              <p:nvPr/>
            </p:nvGrpSpPr>
            <p:grpSpPr>
              <a:xfrm>
                <a:off x="7857828" y="4623669"/>
                <a:ext cx="1625048" cy="415770"/>
                <a:chOff x="4201546" y="2733405"/>
                <a:chExt cx="1625048" cy="415770"/>
              </a:xfrm>
            </p:grpSpPr>
            <p:sp>
              <p:nvSpPr>
                <p:cNvPr id="143" name="正方形/長方形 142">
                  <a:extLst>
                    <a:ext uri="{FF2B5EF4-FFF2-40B4-BE49-F238E27FC236}">
                      <a16:creationId xmlns:a16="http://schemas.microsoft.com/office/drawing/2014/main" id="{8CE884A7-3069-9524-C4BB-1358F9D8D00E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144" name="正方形/長方形 143">
                  <a:extLst>
                    <a:ext uri="{FF2B5EF4-FFF2-40B4-BE49-F238E27FC236}">
                      <a16:creationId xmlns:a16="http://schemas.microsoft.com/office/drawing/2014/main" id="{9CDEBDE8-F591-3FC0-F127-F070A56B8E9A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W(0)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42" name="正方形/長方形 141">
                <a:extLst>
                  <a:ext uri="{FF2B5EF4-FFF2-40B4-BE49-F238E27FC236}">
                    <a16:creationId xmlns:a16="http://schemas.microsoft.com/office/drawing/2014/main" id="{022ABD27-F82D-30AA-7598-1EE3783F7CAE}"/>
                  </a:ext>
                </a:extLst>
              </p:cNvPr>
              <p:cNvSpPr/>
              <p:nvPr/>
            </p:nvSpPr>
            <p:spPr>
              <a:xfrm rot="16200000">
                <a:off x="9388874" y="4737866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9" name="正方形/長方形 138">
                <a:extLst>
                  <a:ext uri="{FF2B5EF4-FFF2-40B4-BE49-F238E27FC236}">
                    <a16:creationId xmlns:a16="http://schemas.microsoft.com/office/drawing/2014/main" id="{F3682B19-6AE4-0A11-6CD0-04801505A077}"/>
                  </a:ext>
                </a:extLst>
              </p:cNvPr>
              <p:cNvSpPr/>
              <p:nvPr/>
            </p:nvSpPr>
            <p:spPr>
              <a:xfrm>
                <a:off x="9727000" y="4623669"/>
                <a:ext cx="1555867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239C9517-6A38-B7ED-BF35-81A7C46580C7}"/>
                  </a:ext>
                </a:extLst>
              </p:cNvPr>
              <p:cNvSpPr/>
              <p:nvPr/>
            </p:nvSpPr>
            <p:spPr>
              <a:xfrm rot="16200000">
                <a:off x="2516970" y="4737866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Start</a:t>
                </a:r>
                <a:endParaRPr kumimoji="1" lang="ja-JP" altLang="en-US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8" name="正方形/長方形 67">
                <a:extLst>
                  <a:ext uri="{FF2B5EF4-FFF2-40B4-BE49-F238E27FC236}">
                    <a16:creationId xmlns:a16="http://schemas.microsoft.com/office/drawing/2014/main" id="{7ECB7B14-BDAB-1192-E196-8E019C90FAD0}"/>
                  </a:ext>
                </a:extLst>
              </p:cNvPr>
              <p:cNvSpPr/>
              <p:nvPr/>
            </p:nvSpPr>
            <p:spPr>
              <a:xfrm rot="16200000">
                <a:off x="6874137" y="4737866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Stop</a:t>
                </a:r>
                <a:endParaRPr kumimoji="1" lang="ja-JP" altLang="en-US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27" name="グループ化 126">
                <a:extLst>
                  <a:ext uri="{FF2B5EF4-FFF2-40B4-BE49-F238E27FC236}">
                    <a16:creationId xmlns:a16="http://schemas.microsoft.com/office/drawing/2014/main" id="{E9A3E88F-8375-2BD2-DCBD-F7BB7836FB8C}"/>
                  </a:ext>
                </a:extLst>
              </p:cNvPr>
              <p:cNvGrpSpPr/>
              <p:nvPr/>
            </p:nvGrpSpPr>
            <p:grpSpPr>
              <a:xfrm>
                <a:off x="2864362" y="4623669"/>
                <a:ext cx="1625048" cy="415770"/>
                <a:chOff x="4201546" y="2733405"/>
                <a:chExt cx="1625048" cy="415770"/>
              </a:xfrm>
            </p:grpSpPr>
            <p:sp>
              <p:nvSpPr>
                <p:cNvPr id="129" name="正方形/長方形 128">
                  <a:extLst>
                    <a:ext uri="{FF2B5EF4-FFF2-40B4-BE49-F238E27FC236}">
                      <a16:creationId xmlns:a16="http://schemas.microsoft.com/office/drawing/2014/main" id="{ADB4D301-2153-2EE4-B1ED-5CC7CAF6FBEE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130" name="正方形/長方形 129">
                  <a:extLst>
                    <a:ext uri="{FF2B5EF4-FFF2-40B4-BE49-F238E27FC236}">
                      <a16:creationId xmlns:a16="http://schemas.microsoft.com/office/drawing/2014/main" id="{F518D8A8-05A4-F65D-F45B-A3C25D495B3D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W(0)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553C18D0-04C1-8879-5E34-F6697F9DB046}"/>
                  </a:ext>
                </a:extLst>
              </p:cNvPr>
              <p:cNvSpPr/>
              <p:nvPr/>
            </p:nvSpPr>
            <p:spPr>
              <a:xfrm rot="16200000">
                <a:off x="4395408" y="4737866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4" name="正方形/長方形 123">
                <a:extLst>
                  <a:ext uri="{FF2B5EF4-FFF2-40B4-BE49-F238E27FC236}">
                    <a16:creationId xmlns:a16="http://schemas.microsoft.com/office/drawing/2014/main" id="{732477DD-E2C3-43B3-1135-444CFC0C6A0C}"/>
                  </a:ext>
                </a:extLst>
              </p:cNvPr>
              <p:cNvSpPr/>
              <p:nvPr/>
            </p:nvSpPr>
            <p:spPr>
              <a:xfrm>
                <a:off x="4742800" y="4623669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126" name="正方形/長方形 125">
                <a:extLst>
                  <a:ext uri="{FF2B5EF4-FFF2-40B4-BE49-F238E27FC236}">
                    <a16:creationId xmlns:a16="http://schemas.microsoft.com/office/drawing/2014/main" id="{7D3B5EB2-8CD1-0AF7-83E0-83BF3AD6A20D}"/>
                  </a:ext>
                </a:extLst>
              </p:cNvPr>
              <p:cNvSpPr/>
              <p:nvPr/>
            </p:nvSpPr>
            <p:spPr>
              <a:xfrm rot="16200000">
                <a:off x="6276760" y="4737866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i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6" name="正方形/長方形 145">
                <a:extLst>
                  <a:ext uri="{FF2B5EF4-FFF2-40B4-BE49-F238E27FC236}">
                    <a16:creationId xmlns:a16="http://schemas.microsoft.com/office/drawing/2014/main" id="{68DF4391-A1FE-EF33-EE78-BDAF41711204}"/>
                  </a:ext>
                </a:extLst>
              </p:cNvPr>
              <p:cNvSpPr/>
              <p:nvPr/>
            </p:nvSpPr>
            <p:spPr>
              <a:xfrm rot="16200000">
                <a:off x="11204306" y="4737866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91" name="直線コネクタ 90">
                <a:extLst>
                  <a:ext uri="{FF2B5EF4-FFF2-40B4-BE49-F238E27FC236}">
                    <a16:creationId xmlns:a16="http://schemas.microsoft.com/office/drawing/2014/main" id="{1F32CB95-3DF2-FB73-8F13-A4A25856D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439" y="5039439"/>
                <a:ext cx="10800000" cy="0"/>
              </a:xfrm>
              <a:prstGeom prst="line">
                <a:avLst/>
              </a:prstGeom>
              <a:ln>
                <a:solidFill>
                  <a:schemeClr val="bg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" name="テキスト ボックス 147">
              <a:extLst>
                <a:ext uri="{FF2B5EF4-FFF2-40B4-BE49-F238E27FC236}">
                  <a16:creationId xmlns:a16="http://schemas.microsoft.com/office/drawing/2014/main" id="{4997A891-A314-FA80-73FD-E2188C3DC234}"/>
                </a:ext>
              </a:extLst>
            </p:cNvPr>
            <p:cNvSpPr txBox="1"/>
            <p:nvPr/>
          </p:nvSpPr>
          <p:spPr>
            <a:xfrm>
              <a:off x="10007772" y="509769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Tahoma" panose="020B0604030504040204" pitchFamily="34" charset="0"/>
                  <a:ea typeface="HG丸ｺﾞｼｯｸM-PRO" panose="020F0600000000000000" pitchFamily="50" charset="-128"/>
                  <a:cs typeface="Tahoma" panose="020B0604030504040204" pitchFamily="34" charset="0"/>
                </a:rPr>
                <a:t>□</a:t>
              </a:r>
            </a:p>
          </p:txBody>
        </p:sp>
      </p:grp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D12F761E-876F-6CC3-25DB-910100052016}"/>
              </a:ext>
            </a:extLst>
          </p:cNvPr>
          <p:cNvCxnSpPr>
            <a:cxnSpLocks/>
          </p:cNvCxnSpPr>
          <p:nvPr/>
        </p:nvCxnSpPr>
        <p:spPr>
          <a:xfrm>
            <a:off x="6488161" y="4439481"/>
            <a:ext cx="0" cy="86813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DC8E1310-BD1E-07CB-C3FC-B5274605F89E}"/>
              </a:ext>
            </a:extLst>
          </p:cNvPr>
          <p:cNvCxnSpPr>
            <a:cxnSpLocks/>
          </p:cNvCxnSpPr>
          <p:nvPr/>
        </p:nvCxnSpPr>
        <p:spPr>
          <a:xfrm>
            <a:off x="2897960" y="3649984"/>
            <a:ext cx="3680373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10C30A5C-2D32-C4DA-C5B0-B1FFE729E8A4}"/>
              </a:ext>
            </a:extLst>
          </p:cNvPr>
          <p:cNvSpPr txBox="1"/>
          <p:nvPr/>
        </p:nvSpPr>
        <p:spPr>
          <a:xfrm>
            <a:off x="4076859" y="3405929"/>
            <a:ext cx="21564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Write Request[0] </a:t>
            </a:r>
            <a:endParaRPr lang="ja-JP" altLang="en-US" sz="1000" dirty="0"/>
          </a:p>
        </p:txBody>
      </p: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B758E1BF-5592-5EE0-A6EA-6B606EA9328E}"/>
              </a:ext>
            </a:extLst>
          </p:cNvPr>
          <p:cNvCxnSpPr>
            <a:cxnSpLocks/>
          </p:cNvCxnSpPr>
          <p:nvPr/>
        </p:nvCxnSpPr>
        <p:spPr>
          <a:xfrm>
            <a:off x="7856866" y="3649984"/>
            <a:ext cx="3680373" cy="0"/>
          </a:xfrm>
          <a:prstGeom prst="straightConnector1">
            <a:avLst/>
          </a:prstGeom>
          <a:ln>
            <a:solidFill>
              <a:schemeClr val="bg2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6E5AB610-18B5-AFDC-FC9A-FBCBC7937207}"/>
              </a:ext>
            </a:extLst>
          </p:cNvPr>
          <p:cNvSpPr txBox="1"/>
          <p:nvPr/>
        </p:nvSpPr>
        <p:spPr>
          <a:xfrm>
            <a:off x="9117698" y="3404967"/>
            <a:ext cx="21564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Write Request[1] </a:t>
            </a:r>
            <a:endParaRPr lang="ja-JP" altLang="en-US" sz="1000" dirty="0"/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AC85CB42-24B2-0395-33CF-13833D4E125F}"/>
              </a:ext>
            </a:extLst>
          </p:cNvPr>
          <p:cNvSpPr txBox="1"/>
          <p:nvPr/>
        </p:nvSpPr>
        <p:spPr>
          <a:xfrm>
            <a:off x="737218" y="790835"/>
            <a:ext cx="6336606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Abort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&gt; 1, Write Tx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29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6/12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7D911-8DA7-ADEA-8C0A-4767E174E101}"/>
              </a:ext>
            </a:extLst>
          </p:cNvPr>
          <p:cNvCxnSpPr>
            <a:cxnSpLocks/>
          </p:cNvCxnSpPr>
          <p:nvPr/>
        </p:nvCxnSpPr>
        <p:spPr>
          <a:xfrm>
            <a:off x="10780715" y="2681491"/>
            <a:ext cx="0" cy="3350542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B5FC47C-3BCA-D81A-7D60-4B9817B65AC4}"/>
              </a:ext>
            </a:extLst>
          </p:cNvPr>
          <p:cNvSpPr txBox="1"/>
          <p:nvPr/>
        </p:nvSpPr>
        <p:spPr>
          <a:xfrm>
            <a:off x="847834" y="3199651"/>
            <a:ext cx="2426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Enable/Disable Interrupt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E29C5EB8-B42B-3760-417C-71C8D85A8775}"/>
              </a:ext>
            </a:extLst>
          </p:cNvPr>
          <p:cNvSpPr txBox="1"/>
          <p:nvPr/>
        </p:nvSpPr>
        <p:spPr>
          <a:xfrm>
            <a:off x="737218" y="790835"/>
            <a:ext cx="8109912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without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20F3DFA2-7F4A-B383-0E8D-1756B1235C79}"/>
              </a:ext>
            </a:extLst>
          </p:cNvPr>
          <p:cNvGrpSpPr/>
          <p:nvPr/>
        </p:nvGrpSpPr>
        <p:grpSpPr>
          <a:xfrm>
            <a:off x="841776" y="3573292"/>
            <a:ext cx="10731916" cy="460290"/>
            <a:chOff x="841776" y="3163990"/>
            <a:chExt cx="10731916" cy="460290"/>
          </a:xfrm>
        </p:grpSpPr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C601E06E-BFD5-BCAE-20C6-01CE4796BA12}"/>
                </a:ext>
              </a:extLst>
            </p:cNvPr>
            <p:cNvSpPr txBox="1"/>
            <p:nvPr/>
          </p:nvSpPr>
          <p:spPr>
            <a:xfrm>
              <a:off x="841776" y="3163990"/>
              <a:ext cx="13447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六角形 106">
              <a:extLst>
                <a:ext uri="{FF2B5EF4-FFF2-40B4-BE49-F238E27FC236}">
                  <a16:creationId xmlns:a16="http://schemas.microsoft.com/office/drawing/2014/main" id="{70E6A95C-70BF-7554-7312-63518B56DEBE}"/>
                </a:ext>
              </a:extLst>
            </p:cNvPr>
            <p:cNvSpPr/>
            <p:nvPr/>
          </p:nvSpPr>
          <p:spPr>
            <a:xfrm>
              <a:off x="2168432" y="3415274"/>
              <a:ext cx="861192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8" name="六角形 107">
              <a:extLst>
                <a:ext uri="{FF2B5EF4-FFF2-40B4-BE49-F238E27FC236}">
                  <a16:creationId xmlns:a16="http://schemas.microsoft.com/office/drawing/2014/main" id="{ECCAE622-5E24-D979-6791-4034E51D164B}"/>
                </a:ext>
              </a:extLst>
            </p:cNvPr>
            <p:cNvSpPr/>
            <p:nvPr/>
          </p:nvSpPr>
          <p:spPr>
            <a:xfrm>
              <a:off x="10780360" y="3415274"/>
              <a:ext cx="793332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9" name="六角形 108">
              <a:extLst>
                <a:ext uri="{FF2B5EF4-FFF2-40B4-BE49-F238E27FC236}">
                  <a16:creationId xmlns:a16="http://schemas.microsoft.com/office/drawing/2014/main" id="{895A21D7-49B3-9064-2C48-879CFDCA59DC}"/>
                </a:ext>
              </a:extLst>
            </p:cNvPr>
            <p:cNvSpPr/>
            <p:nvPr/>
          </p:nvSpPr>
          <p:spPr>
            <a:xfrm>
              <a:off x="1455837" y="341527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AC182234-8610-092E-6852-A7621D44763A}"/>
              </a:ext>
            </a:extLst>
          </p:cNvPr>
          <p:cNvGrpSpPr/>
          <p:nvPr/>
        </p:nvGrpSpPr>
        <p:grpSpPr>
          <a:xfrm>
            <a:off x="841776" y="4194092"/>
            <a:ext cx="10731916" cy="454037"/>
            <a:chOff x="841776" y="3753688"/>
            <a:chExt cx="10731916" cy="454037"/>
          </a:xfrm>
        </p:grpSpPr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8362F80F-336C-BA28-27E6-1679B20E7D3D}"/>
                </a:ext>
              </a:extLst>
            </p:cNvPr>
            <p:cNvSpPr txBox="1"/>
            <p:nvPr/>
          </p:nvSpPr>
          <p:spPr>
            <a:xfrm>
              <a:off x="841776" y="3753688"/>
              <a:ext cx="13447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]RI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2" name="六角形 111">
              <a:extLst>
                <a:ext uri="{FF2B5EF4-FFF2-40B4-BE49-F238E27FC236}">
                  <a16:creationId xmlns:a16="http://schemas.microsoft.com/office/drawing/2014/main" id="{767C0C27-2AC9-A291-A502-FACBA286DB3D}"/>
                </a:ext>
              </a:extLst>
            </p:cNvPr>
            <p:cNvSpPr/>
            <p:nvPr/>
          </p:nvSpPr>
          <p:spPr>
            <a:xfrm>
              <a:off x="10780359" y="3998719"/>
              <a:ext cx="793333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3" name="六角形 112">
              <a:extLst>
                <a:ext uri="{FF2B5EF4-FFF2-40B4-BE49-F238E27FC236}">
                  <a16:creationId xmlns:a16="http://schemas.microsoft.com/office/drawing/2014/main" id="{FCC97206-C74E-A4C8-9A3F-46DFEF9F0836}"/>
                </a:ext>
              </a:extLst>
            </p:cNvPr>
            <p:cNvSpPr/>
            <p:nvPr/>
          </p:nvSpPr>
          <p:spPr>
            <a:xfrm>
              <a:off x="2825032" y="3998719"/>
              <a:ext cx="7955324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4" name="六角形 113">
              <a:extLst>
                <a:ext uri="{FF2B5EF4-FFF2-40B4-BE49-F238E27FC236}">
                  <a16:creationId xmlns:a16="http://schemas.microsoft.com/office/drawing/2014/main" id="{98D78DA7-005E-FBBF-95F6-2A13DE007E57}"/>
                </a:ext>
              </a:extLst>
            </p:cNvPr>
            <p:cNvSpPr/>
            <p:nvPr/>
          </p:nvSpPr>
          <p:spPr>
            <a:xfrm>
              <a:off x="1455836" y="3998719"/>
              <a:ext cx="136890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2CEB525F-0A1B-767F-600F-41F8C27A225A}"/>
              </a:ext>
            </a:extLst>
          </p:cNvPr>
          <p:cNvGrpSpPr/>
          <p:nvPr/>
        </p:nvGrpSpPr>
        <p:grpSpPr>
          <a:xfrm>
            <a:off x="841776" y="4808639"/>
            <a:ext cx="10731917" cy="451615"/>
            <a:chOff x="841776" y="4407958"/>
            <a:chExt cx="10731917" cy="451615"/>
          </a:xfrm>
        </p:grpSpPr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DBD7E29A-99A8-3CF1-01D3-EF99526011EF}"/>
                </a:ext>
              </a:extLst>
            </p:cNvPr>
            <p:cNvSpPr txBox="1"/>
            <p:nvPr/>
          </p:nvSpPr>
          <p:spPr>
            <a:xfrm>
              <a:off x="841776" y="4407958"/>
              <a:ext cx="134471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]TI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8" name="六角形 117">
              <a:extLst>
                <a:ext uri="{FF2B5EF4-FFF2-40B4-BE49-F238E27FC236}">
                  <a16:creationId xmlns:a16="http://schemas.microsoft.com/office/drawing/2014/main" id="{96A2B134-06E5-1A67-EBE4-10D88E6127A1}"/>
                </a:ext>
              </a:extLst>
            </p:cNvPr>
            <p:cNvSpPr/>
            <p:nvPr/>
          </p:nvSpPr>
          <p:spPr>
            <a:xfrm>
              <a:off x="1455837" y="4650567"/>
              <a:ext cx="10117856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7C82391B-A0ED-0327-DF42-FC97642A1101}"/>
              </a:ext>
            </a:extLst>
          </p:cNvPr>
          <p:cNvGrpSpPr/>
          <p:nvPr/>
        </p:nvGrpSpPr>
        <p:grpSpPr>
          <a:xfrm>
            <a:off x="841775" y="5420763"/>
            <a:ext cx="10731916" cy="453421"/>
            <a:chOff x="841775" y="5272722"/>
            <a:chExt cx="10731916" cy="453421"/>
          </a:xfrm>
        </p:grpSpPr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A1DF0DAE-C044-C999-85C2-850B59FEFD94}"/>
                </a:ext>
              </a:extLst>
            </p:cNvPr>
            <p:cNvSpPr txBox="1"/>
            <p:nvPr/>
          </p:nvSpPr>
          <p:spPr>
            <a:xfrm>
              <a:off x="841775" y="5272722"/>
              <a:ext cx="15182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◇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]TEI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2" name="六角形 121">
              <a:extLst>
                <a:ext uri="{FF2B5EF4-FFF2-40B4-BE49-F238E27FC236}">
                  <a16:creationId xmlns:a16="http://schemas.microsoft.com/office/drawing/2014/main" id="{88DB550F-5488-B58F-6F4B-90725F568914}"/>
                </a:ext>
              </a:extLst>
            </p:cNvPr>
            <p:cNvSpPr/>
            <p:nvPr/>
          </p:nvSpPr>
          <p:spPr>
            <a:xfrm>
              <a:off x="2168431" y="5517137"/>
              <a:ext cx="861163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3" name="六角形 122">
              <a:extLst>
                <a:ext uri="{FF2B5EF4-FFF2-40B4-BE49-F238E27FC236}">
                  <a16:creationId xmlns:a16="http://schemas.microsoft.com/office/drawing/2014/main" id="{01F3FA7E-0798-E8D9-5B20-F0156C16FEED}"/>
                </a:ext>
              </a:extLst>
            </p:cNvPr>
            <p:cNvSpPr/>
            <p:nvPr/>
          </p:nvSpPr>
          <p:spPr>
            <a:xfrm>
              <a:off x="10780354" y="5517137"/>
              <a:ext cx="79333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4" name="六角形 123">
              <a:extLst>
                <a:ext uri="{FF2B5EF4-FFF2-40B4-BE49-F238E27FC236}">
                  <a16:creationId xmlns:a16="http://schemas.microsoft.com/office/drawing/2014/main" id="{D7E4FC49-3786-6F13-0C80-29E9914094FD}"/>
                </a:ext>
              </a:extLst>
            </p:cNvPr>
            <p:cNvSpPr/>
            <p:nvPr/>
          </p:nvSpPr>
          <p:spPr>
            <a:xfrm>
              <a:off x="1455835" y="5517137"/>
              <a:ext cx="70388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5AFC4348-A163-C4A9-91CB-BF3D51A5B16D}"/>
              </a:ext>
            </a:extLst>
          </p:cNvPr>
          <p:cNvCxnSpPr>
            <a:cxnSpLocks/>
          </p:cNvCxnSpPr>
          <p:nvPr/>
        </p:nvCxnSpPr>
        <p:spPr>
          <a:xfrm>
            <a:off x="853439" y="3190109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BE741B2-6750-7A50-954D-D185D2783E4E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2824747" y="2741684"/>
            <a:ext cx="285" cy="3290349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1E42439-8AE8-BD43-6830-F27D946E9386}"/>
              </a:ext>
            </a:extLst>
          </p:cNvPr>
          <p:cNvCxnSpPr>
            <a:cxnSpLocks/>
          </p:cNvCxnSpPr>
          <p:nvPr/>
        </p:nvCxnSpPr>
        <p:spPr>
          <a:xfrm>
            <a:off x="10254750" y="2616757"/>
            <a:ext cx="285" cy="341527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FB60113-7C8F-2A7A-7231-F4842DB2B340}"/>
              </a:ext>
            </a:extLst>
          </p:cNvPr>
          <p:cNvCxnSpPr>
            <a:cxnSpLocks/>
          </p:cNvCxnSpPr>
          <p:nvPr/>
        </p:nvCxnSpPr>
        <p:spPr>
          <a:xfrm>
            <a:off x="8366463" y="2616757"/>
            <a:ext cx="285" cy="341527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2F3C4A0-7F75-D4B7-3A10-02307A2C4A9B}"/>
              </a:ext>
            </a:extLst>
          </p:cNvPr>
          <p:cNvSpPr/>
          <p:nvPr/>
        </p:nvSpPr>
        <p:spPr>
          <a:xfrm rot="16200000">
            <a:off x="2516970" y="1975615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B3317DF-B118-EB71-0EF2-DF0317DFCC8B}"/>
              </a:ext>
            </a:extLst>
          </p:cNvPr>
          <p:cNvSpPr/>
          <p:nvPr/>
        </p:nvSpPr>
        <p:spPr>
          <a:xfrm rot="16200000">
            <a:off x="10462242" y="1975616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Stop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CF98B00-B5EA-342C-83A0-8F7E5D6FD61F}"/>
              </a:ext>
            </a:extLst>
          </p:cNvPr>
          <p:cNvGrpSpPr/>
          <p:nvPr/>
        </p:nvGrpSpPr>
        <p:grpSpPr>
          <a:xfrm>
            <a:off x="2864362" y="1395773"/>
            <a:ext cx="1622548" cy="415770"/>
            <a:chOff x="4201546" y="2258721"/>
            <a:chExt cx="1622548" cy="415772"/>
          </a:xfrm>
          <a:solidFill>
            <a:schemeClr val="bg1">
              <a:lumMod val="65000"/>
            </a:schemeClr>
          </a:solidFill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C00470EF-FDC6-AB4E-777C-2020F7B04B85}"/>
                </a:ext>
              </a:extLst>
            </p:cNvPr>
            <p:cNvSpPr/>
            <p:nvPr/>
          </p:nvSpPr>
          <p:spPr>
            <a:xfrm rot="16200000">
              <a:off x="408734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7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3BFC8816-0866-7868-FC91-9A8DFF75E900}"/>
                </a:ext>
              </a:extLst>
            </p:cNvPr>
            <p:cNvSpPr/>
            <p:nvPr/>
          </p:nvSpPr>
          <p:spPr>
            <a:xfrm rot="16200000">
              <a:off x="429237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6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6E9D9F46-E220-5258-621D-1770D8C5DF36}"/>
                </a:ext>
              </a:extLst>
            </p:cNvPr>
            <p:cNvSpPr/>
            <p:nvPr/>
          </p:nvSpPr>
          <p:spPr>
            <a:xfrm rot="16200000">
              <a:off x="4497397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5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2D3F39B9-C1D6-F64E-B5BC-3EC31CC0CA97}"/>
                </a:ext>
              </a:extLst>
            </p:cNvPr>
            <p:cNvSpPr/>
            <p:nvPr/>
          </p:nvSpPr>
          <p:spPr>
            <a:xfrm rot="16200000">
              <a:off x="4702421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4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16E06CE8-DF70-1B07-571D-279A79E05134}"/>
                </a:ext>
              </a:extLst>
            </p:cNvPr>
            <p:cNvSpPr/>
            <p:nvPr/>
          </p:nvSpPr>
          <p:spPr>
            <a:xfrm rot="16200000">
              <a:off x="4907445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3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61DC919E-B81B-23DE-A927-EB15016BD189}"/>
                </a:ext>
              </a:extLst>
            </p:cNvPr>
            <p:cNvSpPr/>
            <p:nvPr/>
          </p:nvSpPr>
          <p:spPr>
            <a:xfrm rot="16200000">
              <a:off x="511246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2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C7FD7C4F-ED91-7B60-42A9-913CA1B3E7D6}"/>
                </a:ext>
              </a:extLst>
            </p:cNvPr>
            <p:cNvSpPr/>
            <p:nvPr/>
          </p:nvSpPr>
          <p:spPr>
            <a:xfrm rot="16200000">
              <a:off x="531749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1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AE1A34F3-2FF6-4ABA-AAB0-0CB3538076EF}"/>
                </a:ext>
              </a:extLst>
            </p:cNvPr>
            <p:cNvSpPr/>
            <p:nvPr/>
          </p:nvSpPr>
          <p:spPr>
            <a:xfrm rot="16200000">
              <a:off x="5522520" y="2372918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0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9C31B778-E93D-CE06-87F3-281E297298DB}"/>
              </a:ext>
            </a:extLst>
          </p:cNvPr>
          <p:cNvGrpSpPr/>
          <p:nvPr/>
        </p:nvGrpSpPr>
        <p:grpSpPr>
          <a:xfrm>
            <a:off x="2864362" y="1861419"/>
            <a:ext cx="1832619" cy="415770"/>
            <a:chOff x="4201546" y="2733405"/>
            <a:chExt cx="1832619" cy="415770"/>
          </a:xfrm>
        </p:grpSpPr>
        <p:grpSp>
          <p:nvGrpSpPr>
            <p:cNvPr id="82" name="グループ化 81">
              <a:extLst>
                <a:ext uri="{FF2B5EF4-FFF2-40B4-BE49-F238E27FC236}">
                  <a16:creationId xmlns:a16="http://schemas.microsoft.com/office/drawing/2014/main" id="{C507A9AA-D2CA-2E07-86BC-15B86B8712E2}"/>
                </a:ext>
              </a:extLst>
            </p:cNvPr>
            <p:cNvGrpSpPr/>
            <p:nvPr/>
          </p:nvGrpSpPr>
          <p:grpSpPr>
            <a:xfrm>
              <a:off x="4201546" y="2733405"/>
              <a:ext cx="1625048" cy="415770"/>
              <a:chOff x="4201546" y="2733405"/>
              <a:chExt cx="1625048" cy="415770"/>
            </a:xfrm>
          </p:grpSpPr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D4AD2360-E126-F3B0-7A53-D8CDF26595C3}"/>
                  </a:ext>
                </a:extLst>
              </p:cNvPr>
              <p:cNvSpPr/>
              <p:nvPr/>
            </p:nvSpPr>
            <p:spPr>
              <a:xfrm>
                <a:off x="4201546" y="2733405"/>
                <a:ext cx="1417521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Byte#0</a:t>
                </a:r>
              </a:p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Slave Device Address</a:t>
                </a:r>
              </a:p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 [bits]</a:t>
                </a:r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3859C5CD-B8C6-1033-172F-04CDDD0E036A}"/>
                  </a:ext>
                </a:extLst>
              </p:cNvPr>
              <p:cNvSpPr/>
              <p:nvPr/>
            </p:nvSpPr>
            <p:spPr>
              <a:xfrm rot="16200000">
                <a:off x="5525021" y="2847602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R</a:t>
                </a:r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(1)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54CAB09B-0208-5277-EE26-FF85A715C0A4}"/>
                </a:ext>
              </a:extLst>
            </p:cNvPr>
            <p:cNvSpPr/>
            <p:nvPr/>
          </p:nvSpPr>
          <p:spPr>
            <a:xfrm rot="16200000">
              <a:off x="5732592" y="2847602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9746DE7-2523-0A8D-0FCD-97668E75D5C0}"/>
              </a:ext>
            </a:extLst>
          </p:cNvPr>
          <p:cNvGrpSpPr/>
          <p:nvPr/>
        </p:nvGrpSpPr>
        <p:grpSpPr>
          <a:xfrm>
            <a:off x="4742800" y="1861419"/>
            <a:ext cx="1835533" cy="415770"/>
            <a:chOff x="4201546" y="3221115"/>
            <a:chExt cx="1835533" cy="415770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7CF7C5DD-DE24-4BA5-E0F7-E0BABEC78156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Byte#1/Data#0</a:t>
              </a: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FE6FF25A-5DB2-875F-13B0-CD2F1D555552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EB87507A-5538-84FE-5B04-EEF6594B7049}"/>
              </a:ext>
            </a:extLst>
          </p:cNvPr>
          <p:cNvGrpSpPr/>
          <p:nvPr/>
        </p:nvGrpSpPr>
        <p:grpSpPr>
          <a:xfrm>
            <a:off x="6624152" y="1861419"/>
            <a:ext cx="1835533" cy="415770"/>
            <a:chOff x="4201546" y="3221115"/>
            <a:chExt cx="1835533" cy="415770"/>
          </a:xfrm>
        </p:grpSpPr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89CD47C5-4DF8-4A22-3C71-7A61E7DB9B15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Byte#2/Data#1</a:t>
              </a: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208BA9F-0F20-E04D-C442-BEBA8A2B74A0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576F0ECB-95EE-6822-A4E3-44A9FC783D53}"/>
              </a:ext>
            </a:extLst>
          </p:cNvPr>
          <p:cNvGrpSpPr/>
          <p:nvPr/>
        </p:nvGrpSpPr>
        <p:grpSpPr>
          <a:xfrm>
            <a:off x="8505504" y="1861419"/>
            <a:ext cx="1835533" cy="415770"/>
            <a:chOff x="4201546" y="3221115"/>
            <a:chExt cx="1835533" cy="415770"/>
          </a:xfrm>
        </p:grpSpPr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9DAE4861-8E94-9D09-A015-1AE40384D454}"/>
                </a:ext>
              </a:extLst>
            </p:cNvPr>
            <p:cNvSpPr/>
            <p:nvPr/>
          </p:nvSpPr>
          <p:spPr>
            <a:xfrm>
              <a:off x="4201546" y="3221115"/>
              <a:ext cx="1622548" cy="4157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Byte#3/Data#2</a:t>
              </a: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1BB7F6F8-F6C4-3E8E-87FD-A38AE122D92C}"/>
                </a:ext>
              </a:extLst>
            </p:cNvPr>
            <p:cNvSpPr/>
            <p:nvPr/>
          </p:nvSpPr>
          <p:spPr>
            <a:xfrm rot="16200000">
              <a:off x="5735506" y="3335311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NAK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5DB680F3-263B-14F4-2605-955CD3F8CE61}"/>
              </a:ext>
            </a:extLst>
          </p:cNvPr>
          <p:cNvCxnSpPr>
            <a:cxnSpLocks/>
          </p:cNvCxnSpPr>
          <p:nvPr/>
        </p:nvCxnSpPr>
        <p:spPr>
          <a:xfrm>
            <a:off x="853439" y="2277188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F09505B-EA36-0E94-80CE-161F268619F6}"/>
              </a:ext>
            </a:extLst>
          </p:cNvPr>
          <p:cNvGrpSpPr/>
          <p:nvPr/>
        </p:nvGrpSpPr>
        <p:grpSpPr>
          <a:xfrm>
            <a:off x="1063731" y="1388136"/>
            <a:ext cx="660024" cy="670778"/>
            <a:chOff x="9316778" y="536265"/>
            <a:chExt cx="660024" cy="670778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2A1D0738-D801-53F1-5115-2AD8066332FF}"/>
                </a:ext>
              </a:extLst>
            </p:cNvPr>
            <p:cNvSpPr/>
            <p:nvPr/>
          </p:nvSpPr>
          <p:spPr>
            <a:xfrm rot="16200000">
              <a:off x="9132797" y="721178"/>
              <a:ext cx="669846" cy="301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Master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2365ABDA-0357-0ABB-D1C8-BBA8382F3209}"/>
                </a:ext>
              </a:extLst>
            </p:cNvPr>
            <p:cNvSpPr/>
            <p:nvPr/>
          </p:nvSpPr>
          <p:spPr>
            <a:xfrm rot="16200000">
              <a:off x="9490938" y="720246"/>
              <a:ext cx="669846" cy="3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Slave</a:t>
              </a:r>
              <a:r>
                <a: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EB16D6D4-9FC6-74F2-C0B6-127F8C8141E3}"/>
              </a:ext>
            </a:extLst>
          </p:cNvPr>
          <p:cNvSpPr txBox="1"/>
          <p:nvPr/>
        </p:nvSpPr>
        <p:spPr>
          <a:xfrm>
            <a:off x="841776" y="2495463"/>
            <a:ext cx="1622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endParaRPr lang="ja-JP" altLang="en-US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066A8214-28FD-C62C-0307-1A50576C6E13}"/>
              </a:ext>
            </a:extLst>
          </p:cNvPr>
          <p:cNvSpPr txBox="1"/>
          <p:nvPr/>
        </p:nvSpPr>
        <p:spPr>
          <a:xfrm>
            <a:off x="2679492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●</a:t>
            </a:r>
            <a:endParaRPr lang="ja-JP" altLang="en-US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75CABD03-3553-5E99-63AF-06A1EF95A1BC}"/>
              </a:ext>
            </a:extLst>
          </p:cNvPr>
          <p:cNvSpPr txBox="1"/>
          <p:nvPr/>
        </p:nvSpPr>
        <p:spPr>
          <a:xfrm>
            <a:off x="4464751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▼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A710F6B-3C31-1804-3A51-FADC9675A38F}"/>
              </a:ext>
            </a:extLst>
          </p:cNvPr>
          <p:cNvSpPr txBox="1"/>
          <p:nvPr/>
        </p:nvSpPr>
        <p:spPr>
          <a:xfrm>
            <a:off x="6346893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▼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2C684617-1ED4-D602-0E90-79C61F485CC5}"/>
              </a:ext>
            </a:extLst>
          </p:cNvPr>
          <p:cNvSpPr txBox="1"/>
          <p:nvPr/>
        </p:nvSpPr>
        <p:spPr>
          <a:xfrm>
            <a:off x="8222776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▼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77868EC4-2D45-5ED8-2A0E-A58144EFEE27}"/>
              </a:ext>
            </a:extLst>
          </p:cNvPr>
          <p:cNvSpPr txBox="1"/>
          <p:nvPr/>
        </p:nvSpPr>
        <p:spPr>
          <a:xfrm>
            <a:off x="10109780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▼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5E8FF8BD-223B-ABE7-AD7D-914059EB1D8E}"/>
              </a:ext>
            </a:extLst>
          </p:cNvPr>
          <p:cNvSpPr txBox="1"/>
          <p:nvPr/>
        </p:nvSpPr>
        <p:spPr>
          <a:xfrm>
            <a:off x="10638318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●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02641ED-2DD2-7389-5CDA-013DBBEBFD5D}"/>
              </a:ext>
            </a:extLst>
          </p:cNvPr>
          <p:cNvGrpSpPr/>
          <p:nvPr/>
        </p:nvGrpSpPr>
        <p:grpSpPr>
          <a:xfrm>
            <a:off x="1455839" y="2791004"/>
            <a:ext cx="10117852" cy="209006"/>
            <a:chOff x="1455839" y="2791004"/>
            <a:chExt cx="10117852" cy="209006"/>
          </a:xfrm>
        </p:grpSpPr>
        <p:sp>
          <p:nvSpPr>
            <p:cNvPr id="42" name="六角形 41">
              <a:extLst>
                <a:ext uri="{FF2B5EF4-FFF2-40B4-BE49-F238E27FC236}">
                  <a16:creationId xmlns:a16="http://schemas.microsoft.com/office/drawing/2014/main" id="{D170C702-B31D-192B-65FA-9CA657197DF8}"/>
                </a:ext>
              </a:extLst>
            </p:cNvPr>
            <p:cNvSpPr/>
            <p:nvPr/>
          </p:nvSpPr>
          <p:spPr>
            <a:xfrm>
              <a:off x="2168434" y="2791004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六角形 43">
              <a:extLst>
                <a:ext uri="{FF2B5EF4-FFF2-40B4-BE49-F238E27FC236}">
                  <a16:creationId xmlns:a16="http://schemas.microsoft.com/office/drawing/2014/main" id="{90B90637-6835-F0DB-0D3E-A6B01F0BC726}"/>
                </a:ext>
              </a:extLst>
            </p:cNvPr>
            <p:cNvSpPr/>
            <p:nvPr/>
          </p:nvSpPr>
          <p:spPr>
            <a:xfrm>
              <a:off x="2828778" y="2791004"/>
              <a:ext cx="5537330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六角形 45">
              <a:extLst>
                <a:ext uri="{FF2B5EF4-FFF2-40B4-BE49-F238E27FC236}">
                  <a16:creationId xmlns:a16="http://schemas.microsoft.com/office/drawing/2014/main" id="{1727E5CC-0D5C-ADAC-B89C-AFCBBD178ABD}"/>
                </a:ext>
              </a:extLst>
            </p:cNvPr>
            <p:cNvSpPr/>
            <p:nvPr/>
          </p:nvSpPr>
          <p:spPr>
            <a:xfrm>
              <a:off x="10264274" y="2791004"/>
              <a:ext cx="51608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六角形 46">
              <a:extLst>
                <a:ext uri="{FF2B5EF4-FFF2-40B4-BE49-F238E27FC236}">
                  <a16:creationId xmlns:a16="http://schemas.microsoft.com/office/drawing/2014/main" id="{797A0DA6-F45C-BBB5-87AB-B2C1978B651C}"/>
                </a:ext>
              </a:extLst>
            </p:cNvPr>
            <p:cNvSpPr/>
            <p:nvPr/>
          </p:nvSpPr>
          <p:spPr>
            <a:xfrm>
              <a:off x="10780360" y="2791004"/>
              <a:ext cx="793331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六角形 47">
              <a:extLst>
                <a:ext uri="{FF2B5EF4-FFF2-40B4-BE49-F238E27FC236}">
                  <a16:creationId xmlns:a16="http://schemas.microsoft.com/office/drawing/2014/main" id="{9E682539-310D-2251-6B4E-54A9EE12F87C}"/>
                </a:ext>
              </a:extLst>
            </p:cNvPr>
            <p:cNvSpPr/>
            <p:nvPr/>
          </p:nvSpPr>
          <p:spPr>
            <a:xfrm>
              <a:off x="1455839" y="279100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六角形 8">
              <a:extLst>
                <a:ext uri="{FF2B5EF4-FFF2-40B4-BE49-F238E27FC236}">
                  <a16:creationId xmlns:a16="http://schemas.microsoft.com/office/drawing/2014/main" id="{E1AEB458-4133-834F-01A2-884D667618C3}"/>
                </a:ext>
              </a:extLst>
            </p:cNvPr>
            <p:cNvSpPr/>
            <p:nvPr/>
          </p:nvSpPr>
          <p:spPr>
            <a:xfrm>
              <a:off x="8366108" y="2791004"/>
              <a:ext cx="188864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RLA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94BFE1D-AFC3-55F0-C3B0-8A12A323EB6E}"/>
              </a:ext>
            </a:extLst>
          </p:cNvPr>
          <p:cNvCxnSpPr>
            <a:cxnSpLocks/>
          </p:cNvCxnSpPr>
          <p:nvPr/>
        </p:nvCxnSpPr>
        <p:spPr>
          <a:xfrm>
            <a:off x="2168433" y="2741684"/>
            <a:ext cx="0" cy="3290349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FB02AB-27C0-42F4-6886-4F4C1756B65F}"/>
              </a:ext>
            </a:extLst>
          </p:cNvPr>
          <p:cNvSpPr txBox="1"/>
          <p:nvPr/>
        </p:nvSpPr>
        <p:spPr>
          <a:xfrm>
            <a:off x="3101859" y="2495463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  <a:cs typeface="Tahoma" panose="020B0604030504040204" pitchFamily="34" charset="0"/>
              </a:rPr>
              <a:t>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303ED4-2724-DCB9-C4A9-20F07298590B}"/>
              </a:ext>
            </a:extLst>
          </p:cNvPr>
          <p:cNvSpPr txBox="1"/>
          <p:nvPr/>
        </p:nvSpPr>
        <p:spPr>
          <a:xfrm>
            <a:off x="2885279" y="4744844"/>
            <a:ext cx="4293640" cy="2278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ja-JP" altLang="en-US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■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lang="en-US" altLang="ja-JP" sz="1000" b="0" i="0" u="none" strike="noStrike" baseline="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000" b="0" i="0" u="none" strike="noStrike" baseline="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]TI/Tx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Buffer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Empty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禁止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割り込み発生しない。</a:t>
            </a:r>
          </a:p>
          <a:p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E72E4D2-0C56-9CDF-998C-5A46FDFD23B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247114" y="2741684"/>
            <a:ext cx="0" cy="2003160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54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7/12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B5FC47C-3BCA-D81A-7D60-4B9817B65AC4}"/>
              </a:ext>
            </a:extLst>
          </p:cNvPr>
          <p:cNvSpPr txBox="1"/>
          <p:nvPr/>
        </p:nvSpPr>
        <p:spPr>
          <a:xfrm>
            <a:off x="847834" y="3199651"/>
            <a:ext cx="2426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Enable/Disable Interrupt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E29C5EB8-B42B-3760-417C-71C8D85A8775}"/>
              </a:ext>
            </a:extLst>
          </p:cNvPr>
          <p:cNvSpPr txBox="1"/>
          <p:nvPr/>
        </p:nvSpPr>
        <p:spPr>
          <a:xfrm>
            <a:off x="737218" y="790835"/>
            <a:ext cx="7779694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20F3DFA2-7F4A-B383-0E8D-1756B1235C79}"/>
              </a:ext>
            </a:extLst>
          </p:cNvPr>
          <p:cNvGrpSpPr/>
          <p:nvPr/>
        </p:nvGrpSpPr>
        <p:grpSpPr>
          <a:xfrm>
            <a:off x="841776" y="3573292"/>
            <a:ext cx="10731916" cy="460290"/>
            <a:chOff x="841776" y="3163990"/>
            <a:chExt cx="10731916" cy="460290"/>
          </a:xfrm>
        </p:grpSpPr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C601E06E-BFD5-BCAE-20C6-01CE4796BA12}"/>
                </a:ext>
              </a:extLst>
            </p:cNvPr>
            <p:cNvSpPr txBox="1"/>
            <p:nvPr/>
          </p:nvSpPr>
          <p:spPr>
            <a:xfrm>
              <a:off x="841776" y="3163990"/>
              <a:ext cx="13447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六角形 106">
              <a:extLst>
                <a:ext uri="{FF2B5EF4-FFF2-40B4-BE49-F238E27FC236}">
                  <a16:creationId xmlns:a16="http://schemas.microsoft.com/office/drawing/2014/main" id="{70E6A95C-70BF-7554-7312-63518B56DEBE}"/>
                </a:ext>
              </a:extLst>
            </p:cNvPr>
            <p:cNvSpPr/>
            <p:nvPr/>
          </p:nvSpPr>
          <p:spPr>
            <a:xfrm>
              <a:off x="2168432" y="3415274"/>
              <a:ext cx="860832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8" name="六角形 107">
              <a:extLst>
                <a:ext uri="{FF2B5EF4-FFF2-40B4-BE49-F238E27FC236}">
                  <a16:creationId xmlns:a16="http://schemas.microsoft.com/office/drawing/2014/main" id="{ECCAE622-5E24-D979-6791-4034E51D164B}"/>
                </a:ext>
              </a:extLst>
            </p:cNvPr>
            <p:cNvSpPr/>
            <p:nvPr/>
          </p:nvSpPr>
          <p:spPr>
            <a:xfrm>
              <a:off x="10773435" y="3415274"/>
              <a:ext cx="80025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9" name="六角形 108">
              <a:extLst>
                <a:ext uri="{FF2B5EF4-FFF2-40B4-BE49-F238E27FC236}">
                  <a16:creationId xmlns:a16="http://schemas.microsoft.com/office/drawing/2014/main" id="{895A21D7-49B3-9064-2C48-879CFDCA59DC}"/>
                </a:ext>
              </a:extLst>
            </p:cNvPr>
            <p:cNvSpPr/>
            <p:nvPr/>
          </p:nvSpPr>
          <p:spPr>
            <a:xfrm>
              <a:off x="1455837" y="341527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5F7AA65-7D4B-73C9-383A-BC7A84478741}"/>
              </a:ext>
            </a:extLst>
          </p:cNvPr>
          <p:cNvGrpSpPr/>
          <p:nvPr/>
        </p:nvGrpSpPr>
        <p:grpSpPr>
          <a:xfrm>
            <a:off x="841775" y="5420763"/>
            <a:ext cx="10731916" cy="453421"/>
            <a:chOff x="841775" y="5272722"/>
            <a:chExt cx="10731916" cy="45342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CC7E9E0-A9B6-84B9-C076-3CC23E67891E}"/>
                </a:ext>
              </a:extLst>
            </p:cNvPr>
            <p:cNvSpPr txBox="1"/>
            <p:nvPr/>
          </p:nvSpPr>
          <p:spPr>
            <a:xfrm>
              <a:off x="841775" y="5272722"/>
              <a:ext cx="168806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▲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INTSDMAC[un]CH[</a:t>
              </a:r>
              <a:r>
                <a:rPr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六角形 7">
              <a:extLst>
                <a:ext uri="{FF2B5EF4-FFF2-40B4-BE49-F238E27FC236}">
                  <a16:creationId xmlns:a16="http://schemas.microsoft.com/office/drawing/2014/main" id="{C4D058E7-3690-2DA7-FBE3-FC2245EA264B}"/>
                </a:ext>
              </a:extLst>
            </p:cNvPr>
            <p:cNvSpPr/>
            <p:nvPr/>
          </p:nvSpPr>
          <p:spPr>
            <a:xfrm>
              <a:off x="4596213" y="5517137"/>
              <a:ext cx="1891752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ACT/RUN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六角形 8">
              <a:extLst>
                <a:ext uri="{FF2B5EF4-FFF2-40B4-BE49-F238E27FC236}">
                  <a16:creationId xmlns:a16="http://schemas.microsoft.com/office/drawing/2014/main" id="{08286A2B-3FB3-AF94-3963-B0707A152ABD}"/>
                </a:ext>
              </a:extLst>
            </p:cNvPr>
            <p:cNvSpPr/>
            <p:nvPr/>
          </p:nvSpPr>
          <p:spPr>
            <a:xfrm>
              <a:off x="6483804" y="5517137"/>
              <a:ext cx="508988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六角形 9">
              <a:extLst>
                <a:ext uri="{FF2B5EF4-FFF2-40B4-BE49-F238E27FC236}">
                  <a16:creationId xmlns:a16="http://schemas.microsoft.com/office/drawing/2014/main" id="{7C410B78-2561-985B-5369-8471CA2F2183}"/>
                </a:ext>
              </a:extLst>
            </p:cNvPr>
            <p:cNvSpPr/>
            <p:nvPr/>
          </p:nvSpPr>
          <p:spPr>
            <a:xfrm>
              <a:off x="1447128" y="5517137"/>
              <a:ext cx="3143081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 err="1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INActive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2FF47C7-0E1D-C8D2-ABB4-1B1C084E390A}"/>
              </a:ext>
            </a:extLst>
          </p:cNvPr>
          <p:cNvGrpSpPr/>
          <p:nvPr/>
        </p:nvGrpSpPr>
        <p:grpSpPr>
          <a:xfrm>
            <a:off x="841776" y="4194092"/>
            <a:ext cx="10731916" cy="454037"/>
            <a:chOff x="841776" y="4194092"/>
            <a:chExt cx="10731916" cy="454037"/>
          </a:xfrm>
        </p:grpSpPr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8362F80F-336C-BA28-27E6-1679B20E7D3D}"/>
                </a:ext>
              </a:extLst>
            </p:cNvPr>
            <p:cNvSpPr txBox="1"/>
            <p:nvPr/>
          </p:nvSpPr>
          <p:spPr>
            <a:xfrm>
              <a:off x="841776" y="4194092"/>
              <a:ext cx="13447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]RI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2" name="六角形 111">
              <a:extLst>
                <a:ext uri="{FF2B5EF4-FFF2-40B4-BE49-F238E27FC236}">
                  <a16:creationId xmlns:a16="http://schemas.microsoft.com/office/drawing/2014/main" id="{767C0C27-2AC9-A291-A502-FACBA286DB3D}"/>
                </a:ext>
              </a:extLst>
            </p:cNvPr>
            <p:cNvSpPr/>
            <p:nvPr/>
          </p:nvSpPr>
          <p:spPr>
            <a:xfrm>
              <a:off x="4607097" y="4439123"/>
              <a:ext cx="1875428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3" name="六角形 112">
              <a:extLst>
                <a:ext uri="{FF2B5EF4-FFF2-40B4-BE49-F238E27FC236}">
                  <a16:creationId xmlns:a16="http://schemas.microsoft.com/office/drawing/2014/main" id="{FCC97206-C74E-A4C8-9A3F-46DFEF9F0836}"/>
                </a:ext>
              </a:extLst>
            </p:cNvPr>
            <p:cNvSpPr/>
            <p:nvPr/>
          </p:nvSpPr>
          <p:spPr>
            <a:xfrm>
              <a:off x="2825031" y="4439123"/>
              <a:ext cx="177663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4" name="六角形 113">
              <a:extLst>
                <a:ext uri="{FF2B5EF4-FFF2-40B4-BE49-F238E27FC236}">
                  <a16:creationId xmlns:a16="http://schemas.microsoft.com/office/drawing/2014/main" id="{98D78DA7-005E-FBBF-95F6-2A13DE007E57}"/>
                </a:ext>
              </a:extLst>
            </p:cNvPr>
            <p:cNvSpPr/>
            <p:nvPr/>
          </p:nvSpPr>
          <p:spPr>
            <a:xfrm>
              <a:off x="1455836" y="4439123"/>
              <a:ext cx="1368903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六角形 15">
              <a:extLst>
                <a:ext uri="{FF2B5EF4-FFF2-40B4-BE49-F238E27FC236}">
                  <a16:creationId xmlns:a16="http://schemas.microsoft.com/office/drawing/2014/main" id="{BB00EF4D-D24E-ACA8-0E9E-C19FB28D1DDF}"/>
                </a:ext>
              </a:extLst>
            </p:cNvPr>
            <p:cNvSpPr/>
            <p:nvPr/>
          </p:nvSpPr>
          <p:spPr>
            <a:xfrm>
              <a:off x="6477083" y="4439123"/>
              <a:ext cx="429635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六角形 16">
              <a:extLst>
                <a:ext uri="{FF2B5EF4-FFF2-40B4-BE49-F238E27FC236}">
                  <a16:creationId xmlns:a16="http://schemas.microsoft.com/office/drawing/2014/main" id="{2A79611C-91E3-643F-0808-51EBA326EE8C}"/>
                </a:ext>
              </a:extLst>
            </p:cNvPr>
            <p:cNvSpPr/>
            <p:nvPr/>
          </p:nvSpPr>
          <p:spPr>
            <a:xfrm>
              <a:off x="10773435" y="4439123"/>
              <a:ext cx="80025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8A2EA50-6C73-E2E7-DA0C-A598288AB237}"/>
              </a:ext>
            </a:extLst>
          </p:cNvPr>
          <p:cNvSpPr/>
          <p:nvPr/>
        </p:nvSpPr>
        <p:spPr>
          <a:xfrm>
            <a:off x="9585814" y="797265"/>
            <a:ext cx="1622548" cy="4157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Transferred by DMA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94BFE1D-AFC3-55F0-C3B0-8A12A323EB6E}"/>
              </a:ext>
            </a:extLst>
          </p:cNvPr>
          <p:cNvCxnSpPr>
            <a:cxnSpLocks/>
          </p:cNvCxnSpPr>
          <p:nvPr/>
        </p:nvCxnSpPr>
        <p:spPr>
          <a:xfrm>
            <a:off x="2168433" y="2925987"/>
            <a:ext cx="0" cy="3070953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CAF1417-0B0F-9487-460D-0E094E6B5F1D}"/>
              </a:ext>
            </a:extLst>
          </p:cNvPr>
          <p:cNvCxnSpPr>
            <a:cxnSpLocks/>
          </p:cNvCxnSpPr>
          <p:nvPr/>
        </p:nvCxnSpPr>
        <p:spPr>
          <a:xfrm>
            <a:off x="10256935" y="2541236"/>
            <a:ext cx="0" cy="3455704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7515E6A-C0DA-D730-8298-98E5BFFB607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824747" y="2581664"/>
            <a:ext cx="285" cy="341527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75A56A9-AEF4-6E7E-5A4D-4E178619C491}"/>
              </a:ext>
            </a:extLst>
          </p:cNvPr>
          <p:cNvGrpSpPr/>
          <p:nvPr/>
        </p:nvGrpSpPr>
        <p:grpSpPr>
          <a:xfrm>
            <a:off x="841776" y="1388136"/>
            <a:ext cx="10811663" cy="1801973"/>
            <a:chOff x="841776" y="1388136"/>
            <a:chExt cx="10811663" cy="1801973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2F3C4A0-7F75-D4B7-3A10-02307A2C4A9B}"/>
                </a:ext>
              </a:extLst>
            </p:cNvPr>
            <p:cNvSpPr/>
            <p:nvPr/>
          </p:nvSpPr>
          <p:spPr>
            <a:xfrm rot="16200000">
              <a:off x="2516970" y="1975615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1B3317DF-B118-EB71-0EF2-DF0317DFCC8B}"/>
                </a:ext>
              </a:extLst>
            </p:cNvPr>
            <p:cNvSpPr/>
            <p:nvPr/>
          </p:nvSpPr>
          <p:spPr>
            <a:xfrm rot="16200000">
              <a:off x="10471862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0CF98B00-B5EA-342C-83A0-8F7E5D6FD61F}"/>
                </a:ext>
              </a:extLst>
            </p:cNvPr>
            <p:cNvGrpSpPr/>
            <p:nvPr/>
          </p:nvGrpSpPr>
          <p:grpSpPr>
            <a:xfrm>
              <a:off x="2864362" y="1395773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C00470EF-FDC6-AB4E-777C-2020F7B04B85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3BFC8816-0866-7868-FC91-9A8DFF75E900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6E9D9F46-E220-5258-621D-1770D8C5DF36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2D3F39B9-C1D6-F64E-B5BC-3EC31CC0CA97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16E06CE8-DF70-1B07-571D-279A79E05134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61DC919E-B81B-23DE-A927-EB15016BD189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C7FD7C4F-ED91-7B60-42A9-913CA1B3E7D6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AE1A34F3-2FF6-4ABA-AAB0-0CB3538076EF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9C31B778-E93D-CE06-87F3-281E297298DB}"/>
                </a:ext>
              </a:extLst>
            </p:cNvPr>
            <p:cNvGrpSpPr/>
            <p:nvPr/>
          </p:nvGrpSpPr>
          <p:grpSpPr>
            <a:xfrm>
              <a:off x="2864362" y="1861419"/>
              <a:ext cx="1832619" cy="415770"/>
              <a:chOff x="4201546" y="2733405"/>
              <a:chExt cx="1832619" cy="415770"/>
            </a:xfrm>
          </p:grpSpPr>
          <p:grpSp>
            <p:nvGrpSpPr>
              <p:cNvPr id="82" name="グループ化 81">
                <a:extLst>
                  <a:ext uri="{FF2B5EF4-FFF2-40B4-BE49-F238E27FC236}">
                    <a16:creationId xmlns:a16="http://schemas.microsoft.com/office/drawing/2014/main" id="{C507A9AA-D2CA-2E07-86BC-15B86B8712E2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D4AD2360-E126-F3B0-7A53-D8CDF26595C3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3859C5CD-B8C6-1033-172F-04CDDD0E036A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54CAB09B-0208-5277-EE26-FF85A715C0A4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39746DE7-2523-0A8D-0FCD-97668E75D5C0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CF7C5DD-DE24-4BA5-E0F7-E0BABEC78156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FE6FF25A-5DB2-875F-13B0-CD2F1D55555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EB87507A-5538-84FE-5B04-EEF6594B7049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90" name="正方形/長方形 89">
                <a:extLst>
                  <a:ext uri="{FF2B5EF4-FFF2-40B4-BE49-F238E27FC236}">
                    <a16:creationId xmlns:a16="http://schemas.microsoft.com/office/drawing/2014/main" id="{89CD47C5-4DF8-4A22-3C71-7A61E7DB9B15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0208BA9F-0F20-E04D-C442-BEBA8A2B74A0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576F0ECB-95EE-6822-A4E3-44A9FC783D53}"/>
                </a:ext>
              </a:extLst>
            </p:cNvPr>
            <p:cNvGrpSpPr/>
            <p:nvPr/>
          </p:nvGrpSpPr>
          <p:grpSpPr>
            <a:xfrm>
              <a:off x="8505504" y="1861419"/>
              <a:ext cx="1835533" cy="415770"/>
              <a:chOff x="4201546" y="3221115"/>
              <a:chExt cx="1835533" cy="415770"/>
            </a:xfrm>
          </p:grpSpPr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9DAE4861-8E94-9D09-A015-1AE40384D454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1BB7F6F8-F6C4-3E8E-87FD-A38AE122D92C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5AFC4348-A163-C4A9-91CB-BF3D51A5B16D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3190109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5DB680F3-263B-14F4-2605-955CD3F8CE61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F09505B-EA36-0E94-80CE-161F268619F6}"/>
                </a:ext>
              </a:extLst>
            </p:cNvPr>
            <p:cNvGrpSpPr/>
            <p:nvPr/>
          </p:nvGrpSpPr>
          <p:grpSpPr>
            <a:xfrm>
              <a:off x="1063731" y="1388136"/>
              <a:ext cx="660024" cy="670778"/>
              <a:chOff x="9316778" y="536265"/>
              <a:chExt cx="660024" cy="670778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2A1D0738-D801-53F1-5115-2AD8066332FF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2365ABDA-0357-0ABB-D1C8-BBA8382F3209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3C00E2B8-C464-BD79-EAF0-45262245CF01}"/>
                </a:ext>
              </a:extLst>
            </p:cNvPr>
            <p:cNvGrpSpPr/>
            <p:nvPr/>
          </p:nvGrpSpPr>
          <p:grpSpPr>
            <a:xfrm>
              <a:off x="841776" y="2335443"/>
              <a:ext cx="10080346" cy="450162"/>
              <a:chOff x="841776" y="2335443"/>
              <a:chExt cx="10080346" cy="450162"/>
            </a:xfrm>
          </p:grpSpPr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64645E93-934D-0DEE-9A29-14C489027D52}"/>
                  </a:ext>
                </a:extLst>
              </p:cNvPr>
              <p:cNvSpPr txBox="1"/>
              <p:nvPr/>
            </p:nvSpPr>
            <p:spPr>
              <a:xfrm>
                <a:off x="267949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  <a:endPara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F3683E6F-C82A-6623-6759-AAFB62AAC2E1}"/>
                  </a:ext>
                </a:extLst>
              </p:cNvPr>
              <p:cNvSpPr txBox="1"/>
              <p:nvPr/>
            </p:nvSpPr>
            <p:spPr>
              <a:xfrm>
                <a:off x="4458219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586F377-B426-02DD-BB04-1A1642A5304D}"/>
                  </a:ext>
                </a:extLst>
              </p:cNvPr>
              <p:cNvSpPr txBox="1"/>
              <p:nvPr/>
            </p:nvSpPr>
            <p:spPr>
              <a:xfrm>
                <a:off x="6340361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▽</a:t>
                </a: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FF69E592-F6BD-6BAF-DCD7-B02D4209E574}"/>
                  </a:ext>
                </a:extLst>
              </p:cNvPr>
              <p:cNvSpPr txBox="1"/>
              <p:nvPr/>
            </p:nvSpPr>
            <p:spPr>
              <a:xfrm>
                <a:off x="8226314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C811195-FBB8-4CF3-3B2D-948CDAFB372C}"/>
                  </a:ext>
                </a:extLst>
              </p:cNvPr>
              <p:cNvSpPr txBox="1"/>
              <p:nvPr/>
            </p:nvSpPr>
            <p:spPr>
              <a:xfrm>
                <a:off x="10110873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589B0FF-CEB5-40DB-768B-4A4EF33279C0}"/>
                  </a:ext>
                </a:extLst>
              </p:cNvPr>
              <p:cNvSpPr txBox="1"/>
              <p:nvPr/>
            </p:nvSpPr>
            <p:spPr>
              <a:xfrm>
                <a:off x="1063161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5BA956C-A790-8DE0-AAD6-B10F39B12B9F}"/>
                  </a:ext>
                </a:extLst>
              </p:cNvPr>
              <p:cNvSpPr txBox="1"/>
              <p:nvPr/>
            </p:nvSpPr>
            <p:spPr>
              <a:xfrm>
                <a:off x="6344889" y="2539384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▲</a:t>
                </a: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1D425024-22BD-25B2-9D45-69CE342CC6EC}"/>
                  </a:ext>
                </a:extLst>
              </p:cNvPr>
              <p:cNvSpPr txBox="1"/>
              <p:nvPr/>
            </p:nvSpPr>
            <p:spPr>
              <a:xfrm>
                <a:off x="841776" y="2335443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vd_g_GpI2cMaIRQTRx</a:t>
                </a: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35E6D9F-81A7-C851-43D3-3305A9747ADB}"/>
                  </a:ext>
                </a:extLst>
              </p:cNvPr>
              <p:cNvSpPr txBox="1"/>
              <p:nvPr/>
            </p:nvSpPr>
            <p:spPr>
              <a:xfrm>
                <a:off x="841776" y="2539384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vd_g_GpI2cMaIRQDmaRx</a:t>
                </a:r>
              </a:p>
            </p:txBody>
          </p:sp>
        </p:grpSp>
        <p:grpSp>
          <p:nvGrpSpPr>
            <p:cNvPr id="118" name="グループ化 117">
              <a:extLst>
                <a:ext uri="{FF2B5EF4-FFF2-40B4-BE49-F238E27FC236}">
                  <a16:creationId xmlns:a16="http://schemas.microsoft.com/office/drawing/2014/main" id="{A6924629-5728-6980-42F8-46DCEE3BAE04}"/>
                </a:ext>
              </a:extLst>
            </p:cNvPr>
            <p:cNvGrpSpPr/>
            <p:nvPr/>
          </p:nvGrpSpPr>
          <p:grpSpPr>
            <a:xfrm>
              <a:off x="1455839" y="2791004"/>
              <a:ext cx="10117853" cy="209006"/>
              <a:chOff x="1455839" y="2791004"/>
              <a:chExt cx="10117853" cy="209006"/>
            </a:xfrm>
          </p:grpSpPr>
          <p:sp>
            <p:nvSpPr>
              <p:cNvPr id="119" name="六角形 118">
                <a:extLst>
                  <a:ext uri="{FF2B5EF4-FFF2-40B4-BE49-F238E27FC236}">
                    <a16:creationId xmlns:a16="http://schemas.microsoft.com/office/drawing/2014/main" id="{A61898FF-0D2A-6562-1293-1548A2DFAE59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0" name="六角形 119">
                <a:extLst>
                  <a:ext uri="{FF2B5EF4-FFF2-40B4-BE49-F238E27FC236}">
                    <a16:creationId xmlns:a16="http://schemas.microsoft.com/office/drawing/2014/main" id="{E3EDCD0C-556D-1875-D75E-E2E3361D1A7F}"/>
                  </a:ext>
                </a:extLst>
              </p:cNvPr>
              <p:cNvSpPr/>
              <p:nvPr/>
            </p:nvSpPr>
            <p:spPr>
              <a:xfrm>
                <a:off x="2828778" y="2791004"/>
                <a:ext cx="5541950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1" name="六角形 120">
                <a:extLst>
                  <a:ext uri="{FF2B5EF4-FFF2-40B4-BE49-F238E27FC236}">
                    <a16:creationId xmlns:a16="http://schemas.microsoft.com/office/drawing/2014/main" id="{A6FC9880-F737-E213-B34D-DBCB9AB585F6}"/>
                  </a:ext>
                </a:extLst>
              </p:cNvPr>
              <p:cNvSpPr/>
              <p:nvPr/>
            </p:nvSpPr>
            <p:spPr>
              <a:xfrm>
                <a:off x="10254859" y="2791004"/>
                <a:ext cx="523597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FIN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2" name="六角形 121">
                <a:extLst>
                  <a:ext uri="{FF2B5EF4-FFF2-40B4-BE49-F238E27FC236}">
                    <a16:creationId xmlns:a16="http://schemas.microsoft.com/office/drawing/2014/main" id="{4829C86A-8F85-8431-81F6-0D16DBAA8144}"/>
                  </a:ext>
                </a:extLst>
              </p:cNvPr>
              <p:cNvSpPr/>
              <p:nvPr/>
            </p:nvSpPr>
            <p:spPr>
              <a:xfrm>
                <a:off x="10778456" y="2791004"/>
                <a:ext cx="795236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3" name="六角形 122">
                <a:extLst>
                  <a:ext uri="{FF2B5EF4-FFF2-40B4-BE49-F238E27FC236}">
                    <a16:creationId xmlns:a16="http://schemas.microsoft.com/office/drawing/2014/main" id="{3080DC63-D094-D457-BA49-2F26EA56A0BB}"/>
                  </a:ext>
                </a:extLst>
              </p:cNvPr>
              <p:cNvSpPr/>
              <p:nvPr/>
            </p:nvSpPr>
            <p:spPr>
              <a:xfrm>
                <a:off x="1455839" y="2791004"/>
                <a:ext cx="712594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4" name="六角形 123">
                <a:extLst>
                  <a:ext uri="{FF2B5EF4-FFF2-40B4-BE49-F238E27FC236}">
                    <a16:creationId xmlns:a16="http://schemas.microsoft.com/office/drawing/2014/main" id="{42BD35D7-11C2-E35D-2BE9-BB5ED5228685}"/>
                  </a:ext>
                </a:extLst>
              </p:cNvPr>
              <p:cNvSpPr/>
              <p:nvPr/>
            </p:nvSpPr>
            <p:spPr>
              <a:xfrm>
                <a:off x="8367367" y="2791004"/>
                <a:ext cx="1878788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RLA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8B3ACC77-5E97-1B9F-44BA-1BCCC26BC44C}"/>
              </a:ext>
            </a:extLst>
          </p:cNvPr>
          <p:cNvCxnSpPr>
            <a:cxnSpLocks/>
          </p:cNvCxnSpPr>
          <p:nvPr/>
        </p:nvCxnSpPr>
        <p:spPr>
          <a:xfrm>
            <a:off x="8367367" y="2491759"/>
            <a:ext cx="0" cy="3505181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22DF633E-7654-1548-9720-1D29F04E2393}"/>
              </a:ext>
            </a:extLst>
          </p:cNvPr>
          <p:cNvCxnSpPr>
            <a:cxnSpLocks/>
          </p:cNvCxnSpPr>
          <p:nvPr/>
        </p:nvCxnSpPr>
        <p:spPr>
          <a:xfrm>
            <a:off x="4601654" y="2531605"/>
            <a:ext cx="0" cy="346533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7D911-8DA7-ADEA-8C0A-4767E174E101}"/>
              </a:ext>
            </a:extLst>
          </p:cNvPr>
          <p:cNvCxnSpPr>
            <a:cxnSpLocks/>
          </p:cNvCxnSpPr>
          <p:nvPr/>
        </p:nvCxnSpPr>
        <p:spPr>
          <a:xfrm>
            <a:off x="10775095" y="2522220"/>
            <a:ext cx="0" cy="3474720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B5B04F9-3E33-824A-F0CF-0B050946AA0E}"/>
              </a:ext>
            </a:extLst>
          </p:cNvPr>
          <p:cNvCxnSpPr>
            <a:cxnSpLocks/>
          </p:cNvCxnSpPr>
          <p:nvPr/>
        </p:nvCxnSpPr>
        <p:spPr>
          <a:xfrm>
            <a:off x="6482524" y="2728455"/>
            <a:ext cx="0" cy="326848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602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8/12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B5FC47C-3BCA-D81A-7D60-4B9817B65AC4}"/>
              </a:ext>
            </a:extLst>
          </p:cNvPr>
          <p:cNvSpPr txBox="1"/>
          <p:nvPr/>
        </p:nvSpPr>
        <p:spPr>
          <a:xfrm>
            <a:off x="847834" y="3199651"/>
            <a:ext cx="2426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Enable/Disable Interrupt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E29C5EB8-B42B-3760-417C-71C8D85A8775}"/>
              </a:ext>
            </a:extLst>
          </p:cNvPr>
          <p:cNvSpPr txBox="1"/>
          <p:nvPr/>
        </p:nvSpPr>
        <p:spPr>
          <a:xfrm>
            <a:off x="737218" y="790835"/>
            <a:ext cx="7779694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20F3DFA2-7F4A-B383-0E8D-1756B1235C79}"/>
              </a:ext>
            </a:extLst>
          </p:cNvPr>
          <p:cNvGrpSpPr/>
          <p:nvPr/>
        </p:nvGrpSpPr>
        <p:grpSpPr>
          <a:xfrm>
            <a:off x="841776" y="3573292"/>
            <a:ext cx="10731916" cy="460290"/>
            <a:chOff x="841776" y="3163990"/>
            <a:chExt cx="10731916" cy="460290"/>
          </a:xfrm>
        </p:grpSpPr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C601E06E-BFD5-BCAE-20C6-01CE4796BA12}"/>
                </a:ext>
              </a:extLst>
            </p:cNvPr>
            <p:cNvSpPr txBox="1"/>
            <p:nvPr/>
          </p:nvSpPr>
          <p:spPr>
            <a:xfrm>
              <a:off x="841776" y="3163990"/>
              <a:ext cx="13447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六角形 106">
              <a:extLst>
                <a:ext uri="{FF2B5EF4-FFF2-40B4-BE49-F238E27FC236}">
                  <a16:creationId xmlns:a16="http://schemas.microsoft.com/office/drawing/2014/main" id="{70E6A95C-70BF-7554-7312-63518B56DEBE}"/>
                </a:ext>
              </a:extLst>
            </p:cNvPr>
            <p:cNvSpPr/>
            <p:nvPr/>
          </p:nvSpPr>
          <p:spPr>
            <a:xfrm>
              <a:off x="2168432" y="3415274"/>
              <a:ext cx="8728825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8" name="六角形 107">
              <a:extLst>
                <a:ext uri="{FF2B5EF4-FFF2-40B4-BE49-F238E27FC236}">
                  <a16:creationId xmlns:a16="http://schemas.microsoft.com/office/drawing/2014/main" id="{ECCAE622-5E24-D979-6791-4034E51D164B}"/>
                </a:ext>
              </a:extLst>
            </p:cNvPr>
            <p:cNvSpPr/>
            <p:nvPr/>
          </p:nvSpPr>
          <p:spPr>
            <a:xfrm>
              <a:off x="10897259" y="3415274"/>
              <a:ext cx="676433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9" name="六角形 108">
              <a:extLst>
                <a:ext uri="{FF2B5EF4-FFF2-40B4-BE49-F238E27FC236}">
                  <a16:creationId xmlns:a16="http://schemas.microsoft.com/office/drawing/2014/main" id="{895A21D7-49B3-9064-2C48-879CFDCA59DC}"/>
                </a:ext>
              </a:extLst>
            </p:cNvPr>
            <p:cNvSpPr/>
            <p:nvPr/>
          </p:nvSpPr>
          <p:spPr>
            <a:xfrm>
              <a:off x="1455837" y="341527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5AFC4348-A163-C4A9-91CB-BF3D51A5B16D}"/>
              </a:ext>
            </a:extLst>
          </p:cNvPr>
          <p:cNvCxnSpPr>
            <a:cxnSpLocks/>
          </p:cNvCxnSpPr>
          <p:nvPr/>
        </p:nvCxnSpPr>
        <p:spPr>
          <a:xfrm>
            <a:off x="853439" y="3190109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5F7AA65-7D4B-73C9-383A-BC7A84478741}"/>
              </a:ext>
            </a:extLst>
          </p:cNvPr>
          <p:cNvGrpSpPr/>
          <p:nvPr/>
        </p:nvGrpSpPr>
        <p:grpSpPr>
          <a:xfrm>
            <a:off x="841775" y="5420763"/>
            <a:ext cx="10731916" cy="453421"/>
            <a:chOff x="841775" y="5272722"/>
            <a:chExt cx="10731916" cy="45342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CC7E9E0-A9B6-84B9-C076-3CC23E67891E}"/>
                </a:ext>
              </a:extLst>
            </p:cNvPr>
            <p:cNvSpPr txBox="1"/>
            <p:nvPr/>
          </p:nvSpPr>
          <p:spPr>
            <a:xfrm>
              <a:off x="841775" y="5272722"/>
              <a:ext cx="168806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▲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INTSDMAC[un]CH[</a:t>
              </a:r>
              <a:r>
                <a:rPr lang="en-US" altLang="ja-JP" sz="1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六角形 7">
              <a:extLst>
                <a:ext uri="{FF2B5EF4-FFF2-40B4-BE49-F238E27FC236}">
                  <a16:creationId xmlns:a16="http://schemas.microsoft.com/office/drawing/2014/main" id="{C4D058E7-3690-2DA7-FBE3-FC2245EA264B}"/>
                </a:ext>
              </a:extLst>
            </p:cNvPr>
            <p:cNvSpPr/>
            <p:nvPr/>
          </p:nvSpPr>
          <p:spPr>
            <a:xfrm>
              <a:off x="4596213" y="5517137"/>
              <a:ext cx="1891752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ACT/RUN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六角形 8">
              <a:extLst>
                <a:ext uri="{FF2B5EF4-FFF2-40B4-BE49-F238E27FC236}">
                  <a16:creationId xmlns:a16="http://schemas.microsoft.com/office/drawing/2014/main" id="{08286A2B-3FB3-AF94-3963-B0707A152ABD}"/>
                </a:ext>
              </a:extLst>
            </p:cNvPr>
            <p:cNvSpPr/>
            <p:nvPr/>
          </p:nvSpPr>
          <p:spPr>
            <a:xfrm>
              <a:off x="6483804" y="5517137"/>
              <a:ext cx="5089887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六角形 9">
              <a:extLst>
                <a:ext uri="{FF2B5EF4-FFF2-40B4-BE49-F238E27FC236}">
                  <a16:creationId xmlns:a16="http://schemas.microsoft.com/office/drawing/2014/main" id="{7C410B78-2561-985B-5369-8471CA2F2183}"/>
                </a:ext>
              </a:extLst>
            </p:cNvPr>
            <p:cNvSpPr/>
            <p:nvPr/>
          </p:nvSpPr>
          <p:spPr>
            <a:xfrm>
              <a:off x="1447128" y="5517137"/>
              <a:ext cx="3143081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 err="1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INActive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2FF47C7-0E1D-C8D2-ABB4-1B1C084E390A}"/>
              </a:ext>
            </a:extLst>
          </p:cNvPr>
          <p:cNvGrpSpPr/>
          <p:nvPr/>
        </p:nvGrpSpPr>
        <p:grpSpPr>
          <a:xfrm>
            <a:off x="841776" y="4194092"/>
            <a:ext cx="10731916" cy="454037"/>
            <a:chOff x="841776" y="4194092"/>
            <a:chExt cx="10731916" cy="454037"/>
          </a:xfrm>
        </p:grpSpPr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8362F80F-336C-BA28-27E6-1679B20E7D3D}"/>
                </a:ext>
              </a:extLst>
            </p:cNvPr>
            <p:cNvSpPr txBox="1"/>
            <p:nvPr/>
          </p:nvSpPr>
          <p:spPr>
            <a:xfrm>
              <a:off x="841776" y="4194092"/>
              <a:ext cx="13447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INTRIIC[</a:t>
              </a:r>
              <a:r>
                <a:rPr lang="en-US" altLang="ja-JP" sz="1000" b="0" i="0" u="none" strike="noStrike" baseline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r>
                <a:rPr lang="en-US" altLang="ja-JP" sz="1000" b="0" i="0" u="none" strike="noStrike" baseline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]RI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2" name="六角形 111">
              <a:extLst>
                <a:ext uri="{FF2B5EF4-FFF2-40B4-BE49-F238E27FC236}">
                  <a16:creationId xmlns:a16="http://schemas.microsoft.com/office/drawing/2014/main" id="{767C0C27-2AC9-A291-A502-FACBA286DB3D}"/>
                </a:ext>
              </a:extLst>
            </p:cNvPr>
            <p:cNvSpPr/>
            <p:nvPr/>
          </p:nvSpPr>
          <p:spPr>
            <a:xfrm>
              <a:off x="4607097" y="4439123"/>
              <a:ext cx="4018308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3" name="六角形 112">
              <a:extLst>
                <a:ext uri="{FF2B5EF4-FFF2-40B4-BE49-F238E27FC236}">
                  <a16:creationId xmlns:a16="http://schemas.microsoft.com/office/drawing/2014/main" id="{FCC97206-C74E-A4C8-9A3F-46DFEF9F0836}"/>
                </a:ext>
              </a:extLst>
            </p:cNvPr>
            <p:cNvSpPr/>
            <p:nvPr/>
          </p:nvSpPr>
          <p:spPr>
            <a:xfrm>
              <a:off x="2825031" y="4439123"/>
              <a:ext cx="177663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4" name="六角形 113">
              <a:extLst>
                <a:ext uri="{FF2B5EF4-FFF2-40B4-BE49-F238E27FC236}">
                  <a16:creationId xmlns:a16="http://schemas.microsoft.com/office/drawing/2014/main" id="{98D78DA7-005E-FBBF-95F6-2A13DE007E57}"/>
                </a:ext>
              </a:extLst>
            </p:cNvPr>
            <p:cNvSpPr/>
            <p:nvPr/>
          </p:nvSpPr>
          <p:spPr>
            <a:xfrm>
              <a:off x="1455837" y="4439123"/>
              <a:ext cx="1362706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六角形 15">
              <a:extLst>
                <a:ext uri="{FF2B5EF4-FFF2-40B4-BE49-F238E27FC236}">
                  <a16:creationId xmlns:a16="http://schemas.microsoft.com/office/drawing/2014/main" id="{BB00EF4D-D24E-ACA8-0E9E-C19FB28D1DDF}"/>
                </a:ext>
              </a:extLst>
            </p:cNvPr>
            <p:cNvSpPr/>
            <p:nvPr/>
          </p:nvSpPr>
          <p:spPr>
            <a:xfrm>
              <a:off x="8627895" y="4439123"/>
              <a:ext cx="226936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六角形 16">
              <a:extLst>
                <a:ext uri="{FF2B5EF4-FFF2-40B4-BE49-F238E27FC236}">
                  <a16:creationId xmlns:a16="http://schemas.microsoft.com/office/drawing/2014/main" id="{2A79611C-91E3-643F-0808-51EBA326EE8C}"/>
                </a:ext>
              </a:extLst>
            </p:cNvPr>
            <p:cNvSpPr/>
            <p:nvPr/>
          </p:nvSpPr>
          <p:spPr>
            <a:xfrm>
              <a:off x="10897257" y="4439123"/>
              <a:ext cx="676435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8A2EA50-6C73-E2E7-DA0C-A598288AB237}"/>
              </a:ext>
            </a:extLst>
          </p:cNvPr>
          <p:cNvSpPr/>
          <p:nvPr/>
        </p:nvSpPr>
        <p:spPr>
          <a:xfrm>
            <a:off x="9585814" y="797265"/>
            <a:ext cx="1622548" cy="4157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Transferred by DMA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94BFE1D-AFC3-55F0-C3B0-8A12A323EB6E}"/>
              </a:ext>
            </a:extLst>
          </p:cNvPr>
          <p:cNvCxnSpPr>
            <a:cxnSpLocks/>
          </p:cNvCxnSpPr>
          <p:nvPr/>
        </p:nvCxnSpPr>
        <p:spPr>
          <a:xfrm>
            <a:off x="2168433" y="2925987"/>
            <a:ext cx="0" cy="3070953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CAF1417-0B0F-9487-460D-0E094E6B5F1D}"/>
              </a:ext>
            </a:extLst>
          </p:cNvPr>
          <p:cNvCxnSpPr>
            <a:cxnSpLocks/>
          </p:cNvCxnSpPr>
          <p:nvPr/>
        </p:nvCxnSpPr>
        <p:spPr>
          <a:xfrm>
            <a:off x="10380760" y="2541236"/>
            <a:ext cx="0" cy="3455704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7515E6A-C0DA-D730-8298-98E5BFFB607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824747" y="2581664"/>
            <a:ext cx="285" cy="3415276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8B3ACC77-5E97-1B9F-44BA-1BCCC26BC44C}"/>
              </a:ext>
            </a:extLst>
          </p:cNvPr>
          <p:cNvCxnSpPr>
            <a:cxnSpLocks/>
          </p:cNvCxnSpPr>
          <p:nvPr/>
        </p:nvCxnSpPr>
        <p:spPr>
          <a:xfrm>
            <a:off x="8367367" y="2491759"/>
            <a:ext cx="0" cy="3505181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22DF633E-7654-1548-9720-1D29F04E2393}"/>
              </a:ext>
            </a:extLst>
          </p:cNvPr>
          <p:cNvCxnSpPr>
            <a:cxnSpLocks/>
          </p:cNvCxnSpPr>
          <p:nvPr/>
        </p:nvCxnSpPr>
        <p:spPr>
          <a:xfrm>
            <a:off x="4601654" y="2531605"/>
            <a:ext cx="0" cy="346533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7D911-8DA7-ADEA-8C0A-4767E174E101}"/>
              </a:ext>
            </a:extLst>
          </p:cNvPr>
          <p:cNvCxnSpPr>
            <a:cxnSpLocks/>
          </p:cNvCxnSpPr>
          <p:nvPr/>
        </p:nvCxnSpPr>
        <p:spPr>
          <a:xfrm>
            <a:off x="10898920" y="2522220"/>
            <a:ext cx="0" cy="3474720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B5B04F9-3E33-824A-F0CF-0B050946AA0E}"/>
              </a:ext>
            </a:extLst>
          </p:cNvPr>
          <p:cNvCxnSpPr>
            <a:cxnSpLocks/>
          </p:cNvCxnSpPr>
          <p:nvPr/>
        </p:nvCxnSpPr>
        <p:spPr>
          <a:xfrm>
            <a:off x="6482524" y="2728455"/>
            <a:ext cx="0" cy="326848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EAFC2E4-0A51-C354-E8DB-FA28C75234F0}"/>
              </a:ext>
            </a:extLst>
          </p:cNvPr>
          <p:cNvCxnSpPr>
            <a:cxnSpLocks/>
          </p:cNvCxnSpPr>
          <p:nvPr/>
        </p:nvCxnSpPr>
        <p:spPr>
          <a:xfrm>
            <a:off x="8623744" y="2728455"/>
            <a:ext cx="0" cy="3268485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D8FE8E5-A168-2742-BBAA-438101DB8ED2}"/>
              </a:ext>
            </a:extLst>
          </p:cNvPr>
          <p:cNvGrpSpPr/>
          <p:nvPr/>
        </p:nvGrpSpPr>
        <p:grpSpPr>
          <a:xfrm>
            <a:off x="841776" y="1388136"/>
            <a:ext cx="10811663" cy="1611874"/>
            <a:chOff x="841776" y="1388136"/>
            <a:chExt cx="10811663" cy="1611874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2F3C4A0-7F75-D4B7-3A10-02307A2C4A9B}"/>
                </a:ext>
              </a:extLst>
            </p:cNvPr>
            <p:cNvSpPr/>
            <p:nvPr/>
          </p:nvSpPr>
          <p:spPr>
            <a:xfrm rot="16200000">
              <a:off x="2516970" y="1975615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1B3317DF-B118-EB71-0EF2-DF0317DFCC8B}"/>
                </a:ext>
              </a:extLst>
            </p:cNvPr>
            <p:cNvSpPr/>
            <p:nvPr/>
          </p:nvSpPr>
          <p:spPr>
            <a:xfrm rot="16200000">
              <a:off x="10595687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0CF98B00-B5EA-342C-83A0-8F7E5D6FD61F}"/>
                </a:ext>
              </a:extLst>
            </p:cNvPr>
            <p:cNvGrpSpPr/>
            <p:nvPr/>
          </p:nvGrpSpPr>
          <p:grpSpPr>
            <a:xfrm>
              <a:off x="2864362" y="1395773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C00470EF-FDC6-AB4E-777C-2020F7B04B85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3BFC8816-0866-7868-FC91-9A8DFF75E900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6E9D9F46-E220-5258-621D-1770D8C5DF36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2D3F39B9-C1D6-F64E-B5BC-3EC31CC0CA97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16E06CE8-DF70-1B07-571D-279A79E05134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61DC919E-B81B-23DE-A927-EB15016BD189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C7FD7C4F-ED91-7B60-42A9-913CA1B3E7D6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AE1A34F3-2FF6-4ABA-AAB0-0CB3538076EF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9C31B778-E93D-CE06-87F3-281E297298DB}"/>
                </a:ext>
              </a:extLst>
            </p:cNvPr>
            <p:cNvGrpSpPr/>
            <p:nvPr/>
          </p:nvGrpSpPr>
          <p:grpSpPr>
            <a:xfrm>
              <a:off x="2864362" y="1861419"/>
              <a:ext cx="1832619" cy="415770"/>
              <a:chOff x="4201546" y="2733405"/>
              <a:chExt cx="1832619" cy="415770"/>
            </a:xfrm>
          </p:grpSpPr>
          <p:grpSp>
            <p:nvGrpSpPr>
              <p:cNvPr id="82" name="グループ化 81">
                <a:extLst>
                  <a:ext uri="{FF2B5EF4-FFF2-40B4-BE49-F238E27FC236}">
                    <a16:creationId xmlns:a16="http://schemas.microsoft.com/office/drawing/2014/main" id="{C507A9AA-D2CA-2E07-86BC-15B86B8712E2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D4AD2360-E126-F3B0-7A53-D8CDF26595C3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3859C5CD-B8C6-1033-172F-04CDDD0E036A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54CAB09B-0208-5277-EE26-FF85A715C0A4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39746DE7-2523-0A8D-0FCD-97668E75D5C0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CF7C5DD-DE24-4BA5-E0F7-E0BABEC78156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FE6FF25A-5DB2-875F-13B0-CD2F1D55555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EB87507A-5538-84FE-5B04-EEF6594B7049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90" name="正方形/長方形 89">
                <a:extLst>
                  <a:ext uri="{FF2B5EF4-FFF2-40B4-BE49-F238E27FC236}">
                    <a16:creationId xmlns:a16="http://schemas.microsoft.com/office/drawing/2014/main" id="{89CD47C5-4DF8-4A22-3C71-7A61E7DB9B15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0208BA9F-0F20-E04D-C442-BEBA8A2B74A0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576F0ECB-95EE-6822-A4E3-44A9FC783D53}"/>
                </a:ext>
              </a:extLst>
            </p:cNvPr>
            <p:cNvGrpSpPr/>
            <p:nvPr/>
          </p:nvGrpSpPr>
          <p:grpSpPr>
            <a:xfrm>
              <a:off x="8629329" y="1861419"/>
              <a:ext cx="1835533" cy="415770"/>
              <a:chOff x="4201546" y="3221115"/>
              <a:chExt cx="1835533" cy="415770"/>
            </a:xfrm>
          </p:grpSpPr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9DAE4861-8E94-9D09-A015-1AE40384D454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1BB7F6F8-F6C4-3E8E-87FD-A38AE122D92C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5DB680F3-263B-14F4-2605-955CD3F8CE61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F09505B-EA36-0E94-80CE-161F268619F6}"/>
                </a:ext>
              </a:extLst>
            </p:cNvPr>
            <p:cNvGrpSpPr/>
            <p:nvPr/>
          </p:nvGrpSpPr>
          <p:grpSpPr>
            <a:xfrm>
              <a:off x="1063731" y="1388136"/>
              <a:ext cx="660024" cy="670778"/>
              <a:chOff x="9316778" y="536265"/>
              <a:chExt cx="660024" cy="670778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2A1D0738-D801-53F1-5115-2AD8066332FF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2365ABDA-0357-0ABB-D1C8-BBA8382F3209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4645E93-934D-0DEE-9A29-14C489027D52}"/>
                </a:ext>
              </a:extLst>
            </p:cNvPr>
            <p:cNvSpPr txBox="1"/>
            <p:nvPr/>
          </p:nvSpPr>
          <p:spPr>
            <a:xfrm>
              <a:off x="2679492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3683E6F-C82A-6623-6759-AAFB62AAC2E1}"/>
                </a:ext>
              </a:extLst>
            </p:cNvPr>
            <p:cNvSpPr txBox="1"/>
            <p:nvPr/>
          </p:nvSpPr>
          <p:spPr>
            <a:xfrm>
              <a:off x="4458219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586F377-B426-02DD-BB04-1A1642A5304D}"/>
                </a:ext>
              </a:extLst>
            </p:cNvPr>
            <p:cNvSpPr txBox="1"/>
            <p:nvPr/>
          </p:nvSpPr>
          <p:spPr>
            <a:xfrm>
              <a:off x="6340361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▽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FF69E592-F6BD-6BAF-DCD7-B02D4209E574}"/>
                </a:ext>
              </a:extLst>
            </p:cNvPr>
            <p:cNvSpPr txBox="1"/>
            <p:nvPr/>
          </p:nvSpPr>
          <p:spPr>
            <a:xfrm>
              <a:off x="8226314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▽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9C811195-FBB8-4CF3-3B2D-948CDAFB372C}"/>
                </a:ext>
              </a:extLst>
            </p:cNvPr>
            <p:cNvSpPr txBox="1"/>
            <p:nvPr/>
          </p:nvSpPr>
          <p:spPr>
            <a:xfrm>
              <a:off x="10234698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589B0FF-CEB5-40DB-768B-4A4EF33279C0}"/>
                </a:ext>
              </a:extLst>
            </p:cNvPr>
            <p:cNvSpPr txBox="1"/>
            <p:nvPr/>
          </p:nvSpPr>
          <p:spPr>
            <a:xfrm>
              <a:off x="10755437" y="233544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35BA956C-A790-8DE0-AAD6-B10F39B12B9F}"/>
                </a:ext>
              </a:extLst>
            </p:cNvPr>
            <p:cNvSpPr txBox="1"/>
            <p:nvPr/>
          </p:nvSpPr>
          <p:spPr>
            <a:xfrm>
              <a:off x="6344889" y="2539384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△</a:t>
              </a: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D425024-22BD-25B2-9D45-69CE342CC6EC}"/>
                </a:ext>
              </a:extLst>
            </p:cNvPr>
            <p:cNvSpPr txBox="1"/>
            <p:nvPr/>
          </p:nvSpPr>
          <p:spPr>
            <a:xfrm>
              <a:off x="841776" y="2335443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435E6D9F-81A7-C851-43D3-3305A9747ADB}"/>
                </a:ext>
              </a:extLst>
            </p:cNvPr>
            <p:cNvSpPr txBox="1"/>
            <p:nvPr/>
          </p:nvSpPr>
          <p:spPr>
            <a:xfrm>
              <a:off x="841776" y="2539384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vd_g_GpI2cMaIRQDmaRx</a:t>
              </a:r>
            </a:p>
          </p:txBody>
        </p:sp>
        <p:grpSp>
          <p:nvGrpSpPr>
            <p:cNvPr id="118" name="グループ化 117">
              <a:extLst>
                <a:ext uri="{FF2B5EF4-FFF2-40B4-BE49-F238E27FC236}">
                  <a16:creationId xmlns:a16="http://schemas.microsoft.com/office/drawing/2014/main" id="{A6924629-5728-6980-42F8-46DCEE3BAE04}"/>
                </a:ext>
              </a:extLst>
            </p:cNvPr>
            <p:cNvGrpSpPr/>
            <p:nvPr/>
          </p:nvGrpSpPr>
          <p:grpSpPr>
            <a:xfrm>
              <a:off x="1455839" y="2791004"/>
              <a:ext cx="10117853" cy="209006"/>
              <a:chOff x="1455839" y="2791004"/>
              <a:chExt cx="10117853" cy="209006"/>
            </a:xfrm>
          </p:grpSpPr>
          <p:sp>
            <p:nvSpPr>
              <p:cNvPr id="119" name="六角形 118">
                <a:extLst>
                  <a:ext uri="{FF2B5EF4-FFF2-40B4-BE49-F238E27FC236}">
                    <a16:creationId xmlns:a16="http://schemas.microsoft.com/office/drawing/2014/main" id="{A61898FF-0D2A-6562-1293-1548A2DFAE59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0" name="六角形 119">
                <a:extLst>
                  <a:ext uri="{FF2B5EF4-FFF2-40B4-BE49-F238E27FC236}">
                    <a16:creationId xmlns:a16="http://schemas.microsoft.com/office/drawing/2014/main" id="{E3EDCD0C-556D-1875-D75E-E2E3361D1A7F}"/>
                  </a:ext>
                </a:extLst>
              </p:cNvPr>
              <p:cNvSpPr/>
              <p:nvPr/>
            </p:nvSpPr>
            <p:spPr>
              <a:xfrm>
                <a:off x="2828777" y="2791004"/>
                <a:ext cx="5799119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1" name="六角形 120">
                <a:extLst>
                  <a:ext uri="{FF2B5EF4-FFF2-40B4-BE49-F238E27FC236}">
                    <a16:creationId xmlns:a16="http://schemas.microsoft.com/office/drawing/2014/main" id="{A6FC9880-F737-E213-B34D-DBCB9AB585F6}"/>
                  </a:ext>
                </a:extLst>
              </p:cNvPr>
              <p:cNvSpPr/>
              <p:nvPr/>
            </p:nvSpPr>
            <p:spPr>
              <a:xfrm>
                <a:off x="10379101" y="2791004"/>
                <a:ext cx="518158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FIN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2" name="六角形 121">
                <a:extLst>
                  <a:ext uri="{FF2B5EF4-FFF2-40B4-BE49-F238E27FC236}">
                    <a16:creationId xmlns:a16="http://schemas.microsoft.com/office/drawing/2014/main" id="{4829C86A-8F85-8431-81F6-0D16DBAA8144}"/>
                  </a:ext>
                </a:extLst>
              </p:cNvPr>
              <p:cNvSpPr/>
              <p:nvPr/>
            </p:nvSpPr>
            <p:spPr>
              <a:xfrm>
                <a:off x="10897260" y="2791004"/>
                <a:ext cx="676432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3" name="六角形 122">
                <a:extLst>
                  <a:ext uri="{FF2B5EF4-FFF2-40B4-BE49-F238E27FC236}">
                    <a16:creationId xmlns:a16="http://schemas.microsoft.com/office/drawing/2014/main" id="{3080DC63-D094-D457-BA49-2F26EA56A0BB}"/>
                  </a:ext>
                </a:extLst>
              </p:cNvPr>
              <p:cNvSpPr/>
              <p:nvPr/>
            </p:nvSpPr>
            <p:spPr>
              <a:xfrm>
                <a:off x="1455839" y="2791004"/>
                <a:ext cx="712594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4" name="六角形 123">
                <a:extLst>
                  <a:ext uri="{FF2B5EF4-FFF2-40B4-BE49-F238E27FC236}">
                    <a16:creationId xmlns:a16="http://schemas.microsoft.com/office/drawing/2014/main" id="{42BD35D7-11C2-E35D-2BE9-BB5ED5228685}"/>
                  </a:ext>
                </a:extLst>
              </p:cNvPr>
              <p:cNvSpPr/>
              <p:nvPr/>
            </p:nvSpPr>
            <p:spPr>
              <a:xfrm>
                <a:off x="8629329" y="2791004"/>
                <a:ext cx="1749771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RLA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1769333-B095-53A6-4DE5-E551DB0A8D7F}"/>
                </a:ext>
              </a:extLst>
            </p:cNvPr>
            <p:cNvSpPr txBox="1"/>
            <p:nvPr/>
          </p:nvSpPr>
          <p:spPr>
            <a:xfrm>
              <a:off x="8488014" y="2539384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▲</a:t>
              </a:r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2D4B179F-2F8E-45ED-B541-87D4036607C8}"/>
                </a:ext>
              </a:extLst>
            </p:cNvPr>
            <p:cNvCxnSpPr>
              <a:cxnSpLocks/>
            </p:cNvCxnSpPr>
            <p:nvPr/>
          </p:nvCxnSpPr>
          <p:spPr>
            <a:xfrm>
              <a:off x="6566477" y="2659287"/>
              <a:ext cx="1950347" cy="0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吹き出し: 折線 (強調線付き) 33">
            <a:extLst>
              <a:ext uri="{FF2B5EF4-FFF2-40B4-BE49-F238E27FC236}">
                <a16:creationId xmlns:a16="http://schemas.microsoft.com/office/drawing/2014/main" id="{7FAFC655-3AC5-CCF1-D357-C4BB7745468C}"/>
              </a:ext>
            </a:extLst>
          </p:cNvPr>
          <p:cNvSpPr/>
          <p:nvPr/>
        </p:nvSpPr>
        <p:spPr>
          <a:xfrm flipH="1">
            <a:off x="3047997" y="4743544"/>
            <a:ext cx="4630655" cy="822298"/>
          </a:xfrm>
          <a:prstGeom prst="accentCallout2">
            <a:avLst>
              <a:gd name="adj1" fmla="val 18751"/>
              <a:gd name="adj2" fmla="val -2795"/>
              <a:gd name="adj3" fmla="val 18381"/>
              <a:gd name="adj4" fmla="val -7756"/>
              <a:gd name="adj5" fmla="val -241179"/>
              <a:gd name="adj6" fmla="val -20450"/>
            </a:avLst>
          </a:pr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転送完了割り込み実行開始が最後のデータ受信完了時より遅延した場合は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vd_g_GpI2cMaIRQDmaRx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内で送受信制御・状態遷移を実行する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受信データ読み出し実行するまで次データの送受信は開始されないよう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Controller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Configuration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する。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35" name="吹き出し: 折線 (強調線付き) 34">
            <a:extLst>
              <a:ext uri="{FF2B5EF4-FFF2-40B4-BE49-F238E27FC236}">
                <a16:creationId xmlns:a16="http://schemas.microsoft.com/office/drawing/2014/main" id="{8AC7630F-29FE-D27F-F044-0607C8B71212}"/>
              </a:ext>
            </a:extLst>
          </p:cNvPr>
          <p:cNvSpPr/>
          <p:nvPr/>
        </p:nvSpPr>
        <p:spPr>
          <a:xfrm flipH="1">
            <a:off x="3135559" y="3343364"/>
            <a:ext cx="4630655" cy="383131"/>
          </a:xfrm>
          <a:prstGeom prst="accentCallout2">
            <a:avLst>
              <a:gd name="adj1" fmla="val 18751"/>
              <a:gd name="adj2" fmla="val -2795"/>
              <a:gd name="adj3" fmla="val 18381"/>
              <a:gd name="adj4" fmla="val -7756"/>
              <a:gd name="adj5" fmla="val -200814"/>
              <a:gd name="adj6" fmla="val -13047"/>
            </a:avLst>
          </a:pr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受信割り込み禁止のため</a:t>
            </a:r>
            <a:r>
              <a:rPr lang="en-US" altLang="ja-JP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solidFill>
                  <a:srgbClr val="FF0000"/>
                </a:solidFill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受信割り込み発生しない。</a:t>
            </a:r>
            <a:endParaRPr lang="en-US" altLang="ja-JP" sz="1000" dirty="0">
              <a:solidFill>
                <a:srgbClr val="FF0000"/>
              </a:solidFill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245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4579BFD-A342-10CB-BA52-2946BCAB5759}"/>
              </a:ext>
            </a:extLst>
          </p:cNvPr>
          <p:cNvSpPr txBox="1"/>
          <p:nvPr/>
        </p:nvSpPr>
        <p:spPr>
          <a:xfrm>
            <a:off x="737218" y="790835"/>
            <a:ext cx="7663445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Abort without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&gt;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71" name="グループ化 170">
            <a:extLst>
              <a:ext uri="{FF2B5EF4-FFF2-40B4-BE49-F238E27FC236}">
                <a16:creationId xmlns:a16="http://schemas.microsoft.com/office/drawing/2014/main" id="{524BBFA9-5EAF-0A7A-1FAC-55BCEF63A0A5}"/>
              </a:ext>
            </a:extLst>
          </p:cNvPr>
          <p:cNvGrpSpPr/>
          <p:nvPr/>
        </p:nvGrpSpPr>
        <p:grpSpPr>
          <a:xfrm>
            <a:off x="841776" y="1388136"/>
            <a:ext cx="10811663" cy="1611874"/>
            <a:chOff x="841776" y="1388136"/>
            <a:chExt cx="10811663" cy="161187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9CEBABA-CF3A-AA31-A237-E6B27AB202E5}"/>
                </a:ext>
              </a:extLst>
            </p:cNvPr>
            <p:cNvSpPr/>
            <p:nvPr/>
          </p:nvSpPr>
          <p:spPr>
            <a:xfrm rot="16200000">
              <a:off x="8573484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08D878E0-D54A-7053-5BB1-DCEE7E120BE4}"/>
                </a:ext>
              </a:extLst>
            </p:cNvPr>
            <p:cNvGrpSpPr/>
            <p:nvPr/>
          </p:nvGrpSpPr>
          <p:grpSpPr>
            <a:xfrm>
              <a:off x="2864362" y="1395773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57DAC0EF-5CED-1446-C1B6-CB14BFCC7ADE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B39ECA7-1A48-F2EE-F8BD-817176DB171C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1ED6E2A-FBDE-8B32-FFC6-0D7A3FB1AA70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055BD8D5-A591-BFFA-0919-340E2D3EE671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7692727A-8F13-1309-C791-9755B21DF46D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C80C2F1C-44FF-F7EB-CE78-41BE1A7AA68D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E5381AED-BA81-E556-B028-444827D2C8AC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35B4582D-3268-8064-3C81-02E8E8DCBC38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DF6814B5-1DC5-F4AB-5CAE-7BE94F9FC1E4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FC1A078B-381C-0A55-DD68-9B440CFDAB33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29AD33F3-34B1-BF53-E36A-9B05E45DE79F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6EB26D6-8410-0238-4BB7-8905B3A0634D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C557FF0-4E01-E79A-CB14-105E2747A6FD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7D146522-E3A6-7EFA-1919-84126109E57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08986019-5237-ADF5-1657-68FDC2B239AE}"/>
                </a:ext>
              </a:extLst>
            </p:cNvPr>
            <p:cNvGrpSpPr/>
            <p:nvPr/>
          </p:nvGrpSpPr>
          <p:grpSpPr>
            <a:xfrm>
              <a:off x="1063731" y="1388136"/>
              <a:ext cx="660024" cy="670778"/>
              <a:chOff x="9316778" y="536265"/>
              <a:chExt cx="660024" cy="670778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D1C3069C-8614-F361-551F-F255754937A6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C37D8CD1-8606-8CE8-55D3-F5B40EA5760A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AFE3FAA-63ED-0106-2A4F-AA7F20320984}"/>
                </a:ext>
              </a:extLst>
            </p:cNvPr>
            <p:cNvSpPr txBox="1"/>
            <p:nvPr/>
          </p:nvSpPr>
          <p:spPr>
            <a:xfrm>
              <a:off x="841776" y="2495463"/>
              <a:ext cx="16225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6D586B7-9C14-5A92-97D1-1C0F19A4ED7B}"/>
                </a:ext>
              </a:extLst>
            </p:cNvPr>
            <p:cNvSpPr txBox="1"/>
            <p:nvPr/>
          </p:nvSpPr>
          <p:spPr>
            <a:xfrm>
              <a:off x="6346893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E23B0FD5-44F8-AFF5-BEAF-E461ED0508E5}"/>
                </a:ext>
              </a:extLst>
            </p:cNvPr>
            <p:cNvSpPr txBox="1"/>
            <p:nvPr/>
          </p:nvSpPr>
          <p:spPr>
            <a:xfrm>
              <a:off x="8222776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52A9D5A-C54F-8E29-6CF6-DBBEE3D6A825}"/>
                </a:ext>
              </a:extLst>
            </p:cNvPr>
            <p:cNvSpPr txBox="1"/>
            <p:nvPr/>
          </p:nvSpPr>
          <p:spPr>
            <a:xfrm>
              <a:off x="8749560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●</a:t>
              </a:r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42A54A00-D2FD-4CDE-698E-8DB043CE8F26}"/>
                </a:ext>
              </a:extLst>
            </p:cNvPr>
            <p:cNvGrpSpPr/>
            <p:nvPr/>
          </p:nvGrpSpPr>
          <p:grpSpPr>
            <a:xfrm>
              <a:off x="2168434" y="1861419"/>
              <a:ext cx="2586827" cy="1138591"/>
              <a:chOff x="2168434" y="1861419"/>
              <a:chExt cx="2586827" cy="1138591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55DFE4A3-45E6-3B2F-816D-43A1F41C5A5C}"/>
                  </a:ext>
                </a:extLst>
              </p:cNvPr>
              <p:cNvSpPr/>
              <p:nvPr/>
            </p:nvSpPr>
            <p:spPr>
              <a:xfrm rot="16200000">
                <a:off x="2516970" y="1975615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Start</a:t>
                </a:r>
                <a:endParaRPr kumimoji="1" lang="ja-JP" altLang="en-US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4C0017C0-43C2-2897-F94C-DF5E46E79125}"/>
                  </a:ext>
                </a:extLst>
              </p:cNvPr>
              <p:cNvGrpSpPr/>
              <p:nvPr/>
            </p:nvGrpSpPr>
            <p:grpSpPr>
              <a:xfrm>
                <a:off x="2864362" y="1861419"/>
                <a:ext cx="1832619" cy="415770"/>
                <a:chOff x="4201546" y="2733405"/>
                <a:chExt cx="1832619" cy="415770"/>
              </a:xfrm>
            </p:grpSpPr>
            <p:grpSp>
              <p:nvGrpSpPr>
                <p:cNvPr id="36" name="グループ化 35">
                  <a:extLst>
                    <a:ext uri="{FF2B5EF4-FFF2-40B4-BE49-F238E27FC236}">
                      <a16:creationId xmlns:a16="http://schemas.microsoft.com/office/drawing/2014/main" id="{63527262-E363-9622-EF14-EACFA171E644}"/>
                    </a:ext>
                  </a:extLst>
                </p:cNvPr>
                <p:cNvGrpSpPr/>
                <p:nvPr/>
              </p:nvGrpSpPr>
              <p:grpSpPr>
                <a:xfrm>
                  <a:off x="4201546" y="2733405"/>
                  <a:ext cx="1625048" cy="415770"/>
                  <a:chOff x="4201546" y="2733405"/>
                  <a:chExt cx="1625048" cy="415770"/>
                </a:xfrm>
              </p:grpSpPr>
              <p:sp>
                <p:nvSpPr>
                  <p:cNvPr id="38" name="正方形/長方形 37">
                    <a:extLst>
                      <a:ext uri="{FF2B5EF4-FFF2-40B4-BE49-F238E27FC236}">
                        <a16:creationId xmlns:a16="http://schemas.microsoft.com/office/drawing/2014/main" id="{E62A78C5-EF73-B48A-36E5-8A0951E6CA17}"/>
                      </a:ext>
                    </a:extLst>
                  </p:cNvPr>
                  <p:cNvSpPr/>
                  <p:nvPr/>
                </p:nvSpPr>
                <p:spPr>
                  <a:xfrm>
                    <a:off x="4201546" y="2733405"/>
                    <a:ext cx="1417521" cy="41577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Byte#0</a:t>
                    </a:r>
                  </a:p>
                  <a:p>
                    <a:pPr algn="ctr"/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Slave Device Address</a:t>
                    </a:r>
                  </a:p>
                  <a:p>
                    <a:pPr algn="ctr"/>
                    <a:r>
                      <a:rPr kumimoji="1"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7 [bits]</a:t>
                    </a:r>
                  </a:p>
                </p:txBody>
              </p:sp>
              <p:sp>
                <p:nvSpPr>
                  <p:cNvPr id="39" name="正方形/長方形 38">
                    <a:extLst>
                      <a:ext uri="{FF2B5EF4-FFF2-40B4-BE49-F238E27FC236}">
                        <a16:creationId xmlns:a16="http://schemas.microsoft.com/office/drawing/2014/main" id="{48CB6CB2-840B-6E92-E8E7-C3AF001B091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25021" y="2847602"/>
                    <a:ext cx="415769" cy="18737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rPr>
                      <a:t>R</a:t>
                    </a:r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rPr>
                      <a:t>(1)</a:t>
                    </a:r>
                    <a:endParaRPr kumimoji="1" lang="ja-JP" altLang="en-US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37" name="正方形/長方形 36">
                  <a:extLst>
                    <a:ext uri="{FF2B5EF4-FFF2-40B4-BE49-F238E27FC236}">
                      <a16:creationId xmlns:a16="http://schemas.microsoft.com/office/drawing/2014/main" id="{C7E9C8EC-FDC4-599E-A844-68AE1427BFB5}"/>
                    </a:ext>
                  </a:extLst>
                </p:cNvPr>
                <p:cNvSpPr/>
                <p:nvPr/>
              </p:nvSpPr>
              <p:spPr>
                <a:xfrm rot="16200000">
                  <a:off x="5732592" y="2847602"/>
                  <a:ext cx="415769" cy="18737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ACK</a:t>
                  </a:r>
                  <a:endParaRPr kumimoji="1" lang="ja-JP" altLang="en-US" sz="8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D2E0F86-AB4C-985C-C087-D58F960F5338}"/>
                  </a:ext>
                </a:extLst>
              </p:cNvPr>
              <p:cNvSpPr txBox="1"/>
              <p:nvPr/>
            </p:nvSpPr>
            <p:spPr>
              <a:xfrm>
                <a:off x="2679492" y="249546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●</a:t>
                </a:r>
                <a:endPara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603C7EB-C257-6160-1F6C-A4C7CDE9B15A}"/>
                  </a:ext>
                </a:extLst>
              </p:cNvPr>
              <p:cNvSpPr txBox="1"/>
              <p:nvPr/>
            </p:nvSpPr>
            <p:spPr>
              <a:xfrm>
                <a:off x="4464751" y="249546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21" name="六角形 20">
                <a:extLst>
                  <a:ext uri="{FF2B5EF4-FFF2-40B4-BE49-F238E27FC236}">
                    <a16:creationId xmlns:a16="http://schemas.microsoft.com/office/drawing/2014/main" id="{AB37968B-0198-DF4A-1E55-1169D1DD1E16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2" name="六角形 21">
              <a:extLst>
                <a:ext uri="{FF2B5EF4-FFF2-40B4-BE49-F238E27FC236}">
                  <a16:creationId xmlns:a16="http://schemas.microsoft.com/office/drawing/2014/main" id="{98B0F9B4-22DE-A55A-C42E-D1A7444F8918}"/>
                </a:ext>
              </a:extLst>
            </p:cNvPr>
            <p:cNvSpPr/>
            <p:nvPr/>
          </p:nvSpPr>
          <p:spPr>
            <a:xfrm>
              <a:off x="2828777" y="2791004"/>
              <a:ext cx="365938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6" name="六角形 25">
              <a:extLst>
                <a:ext uri="{FF2B5EF4-FFF2-40B4-BE49-F238E27FC236}">
                  <a16:creationId xmlns:a16="http://schemas.microsoft.com/office/drawing/2014/main" id="{C8F60855-1806-888C-058F-986C34A9D23B}"/>
                </a:ext>
              </a:extLst>
            </p:cNvPr>
            <p:cNvSpPr/>
            <p:nvPr/>
          </p:nvSpPr>
          <p:spPr>
            <a:xfrm>
              <a:off x="1455839" y="279100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六角形 26">
              <a:extLst>
                <a:ext uri="{FF2B5EF4-FFF2-40B4-BE49-F238E27FC236}">
                  <a16:creationId xmlns:a16="http://schemas.microsoft.com/office/drawing/2014/main" id="{AF545E96-5979-7D3E-205F-D8E2CE27F4C0}"/>
                </a:ext>
              </a:extLst>
            </p:cNvPr>
            <p:cNvSpPr/>
            <p:nvPr/>
          </p:nvSpPr>
          <p:spPr>
            <a:xfrm>
              <a:off x="6493997" y="2791004"/>
              <a:ext cx="1870514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RLA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" name="六角形 22">
              <a:extLst>
                <a:ext uri="{FF2B5EF4-FFF2-40B4-BE49-F238E27FC236}">
                  <a16:creationId xmlns:a16="http://schemas.microsoft.com/office/drawing/2014/main" id="{119FDC38-D35B-639B-38DA-AA7943B4AAEC}"/>
                </a:ext>
              </a:extLst>
            </p:cNvPr>
            <p:cNvSpPr/>
            <p:nvPr/>
          </p:nvSpPr>
          <p:spPr>
            <a:xfrm>
              <a:off x="8375516" y="2791004"/>
              <a:ext cx="51608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D968256-9A2D-6178-530E-D65E66C77E50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027BA9BD-1207-2455-4B1B-75147ABE61ED}"/>
                </a:ext>
              </a:extLst>
            </p:cNvPr>
            <p:cNvGrpSpPr/>
            <p:nvPr/>
          </p:nvGrpSpPr>
          <p:grpSpPr>
            <a:xfrm>
              <a:off x="8897440" y="1861419"/>
              <a:ext cx="2755999" cy="1138591"/>
              <a:chOff x="8897440" y="1861419"/>
              <a:chExt cx="2755999" cy="1138591"/>
            </a:xfrm>
          </p:grpSpPr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CFCCA1A8-5B45-6B22-142A-7E2F15C805EE}"/>
                  </a:ext>
                </a:extLst>
              </p:cNvPr>
              <p:cNvGrpSpPr/>
              <p:nvPr/>
            </p:nvGrpSpPr>
            <p:grpSpPr>
              <a:xfrm>
                <a:off x="8897440" y="1861419"/>
                <a:ext cx="2586827" cy="1138591"/>
                <a:chOff x="2168434" y="1861419"/>
                <a:chExt cx="2586827" cy="1138591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B2CDDC54-5342-66EC-27AF-0E92CED90D56}"/>
                    </a:ext>
                  </a:extLst>
                </p:cNvPr>
                <p:cNvSpPr/>
                <p:nvPr/>
              </p:nvSpPr>
              <p:spPr>
                <a:xfrm rot="16200000">
                  <a:off x="2516970" y="1975615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bg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Start</a:t>
                  </a:r>
                  <a:endParaRPr kumimoji="1" lang="ja-JP" altLang="en-US" sz="800" dirty="0">
                    <a:solidFill>
                      <a:schemeClr val="bg2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47EC88D-BD90-85B7-E631-E3A23537AE26}"/>
                    </a:ext>
                  </a:extLst>
                </p:cNvPr>
                <p:cNvGrpSpPr/>
                <p:nvPr/>
              </p:nvGrpSpPr>
              <p:grpSpPr>
                <a:xfrm>
                  <a:off x="2864362" y="1861419"/>
                  <a:ext cx="1832619" cy="415770"/>
                  <a:chOff x="4201546" y="2733405"/>
                  <a:chExt cx="1832619" cy="415770"/>
                </a:xfrm>
              </p:grpSpPr>
              <p:grpSp>
                <p:nvGrpSpPr>
                  <p:cNvPr id="55" name="グループ化 54">
                    <a:extLst>
                      <a:ext uri="{FF2B5EF4-FFF2-40B4-BE49-F238E27FC236}">
                        <a16:creationId xmlns:a16="http://schemas.microsoft.com/office/drawing/2014/main" id="{A549EA3D-5E92-E014-FE9F-F494D2251262}"/>
                      </a:ext>
                    </a:extLst>
                  </p:cNvPr>
                  <p:cNvGrpSpPr/>
                  <p:nvPr/>
                </p:nvGrpSpPr>
                <p:grpSpPr>
                  <a:xfrm>
                    <a:off x="4201546" y="2733405"/>
                    <a:ext cx="1625048" cy="415770"/>
                    <a:chOff x="4201546" y="2733405"/>
                    <a:chExt cx="1625048" cy="415770"/>
                  </a:xfrm>
                </p:grpSpPr>
                <p:sp>
                  <p:nvSpPr>
                    <p:cNvPr id="57" name="正方形/長方形 56">
                      <a:extLst>
                        <a:ext uri="{FF2B5EF4-FFF2-40B4-BE49-F238E27FC236}">
                          <a16:creationId xmlns:a16="http://schemas.microsoft.com/office/drawing/2014/main" id="{1065FD07-6808-4EE9-0C62-2F5AECE770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1546" y="2733405"/>
                      <a:ext cx="1417521" cy="41577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Byte#0</a:t>
                      </a:r>
                    </a:p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 Device Address</a:t>
                      </a:r>
                    </a:p>
                    <a:p>
                      <a:pPr algn="ctr"/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[bits]</a:t>
                      </a:r>
                    </a:p>
                  </p:txBody>
                </p:sp>
                <p:sp>
                  <p:nvSpPr>
                    <p:cNvPr id="58" name="正方形/長方形 57">
                      <a:extLst>
                        <a:ext uri="{FF2B5EF4-FFF2-40B4-BE49-F238E27FC236}">
                          <a16:creationId xmlns:a16="http://schemas.microsoft.com/office/drawing/2014/main" id="{999973DA-6A11-7464-10F2-5212246A869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25021" y="2847602"/>
                      <a:ext cx="415769" cy="1873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(1)</a:t>
                      </a:r>
                      <a:endParaRPr kumimoji="1" lang="ja-JP" altLang="en-US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A143F6E6-6A7B-C25D-6F4A-2951F5086E5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732592" y="2847602"/>
                    <a:ext cx="415769" cy="187377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ACK</a:t>
                    </a:r>
                    <a:endParaRPr kumimoji="1" lang="ja-JP" altLang="en-US" sz="80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D98D32FD-8AA1-620D-2D9E-1DBBB101B36D}"/>
                    </a:ext>
                  </a:extLst>
                </p:cNvPr>
                <p:cNvSpPr txBox="1"/>
                <p:nvPr/>
              </p:nvSpPr>
              <p:spPr>
                <a:xfrm>
                  <a:off x="2679492" y="2495463"/>
                  <a:ext cx="29051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ja-JP" altLang="en-US" sz="1000" dirty="0">
                      <a:latin typeface="Courier New" panose="02070309020205020404" pitchFamily="49" charset="0"/>
                      <a:ea typeface="HG丸ｺﾞｼｯｸM-PRO" panose="020F0600000000000000" pitchFamily="50" charset="-128"/>
                      <a:cs typeface="Courier New" panose="02070309020205020404" pitchFamily="49" charset="0"/>
                    </a:rPr>
                    <a:t>●</a:t>
                  </a:r>
                  <a:endParaRPr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15C7137D-5B90-EB00-7458-E8F93287DDD2}"/>
                    </a:ext>
                  </a:extLst>
                </p:cNvPr>
                <p:cNvSpPr txBox="1"/>
                <p:nvPr/>
              </p:nvSpPr>
              <p:spPr>
                <a:xfrm>
                  <a:off x="4464751" y="2495463"/>
                  <a:ext cx="29051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ja-JP" altLang="en-US" sz="1000" dirty="0">
                      <a:latin typeface="Courier New" panose="02070309020205020404" pitchFamily="49" charset="0"/>
                      <a:ea typeface="HG丸ｺﾞｼｯｸM-PRO" panose="020F0600000000000000" pitchFamily="50" charset="-128"/>
                      <a:cs typeface="Courier New" panose="02070309020205020404" pitchFamily="49" charset="0"/>
                    </a:rPr>
                    <a:t>▼</a:t>
                  </a:r>
                </a:p>
              </p:txBody>
            </p:sp>
            <p:sp>
              <p:nvSpPr>
                <p:cNvPr id="54" name="六角形 53">
                  <a:extLst>
                    <a:ext uri="{FF2B5EF4-FFF2-40B4-BE49-F238E27FC236}">
                      <a16:creationId xmlns:a16="http://schemas.microsoft.com/office/drawing/2014/main" id="{F4B4BF43-DE1F-CA04-10FC-310F9880B143}"/>
                    </a:ext>
                  </a:extLst>
                </p:cNvPr>
                <p:cNvSpPr/>
                <p:nvPr/>
              </p:nvSpPr>
              <p:spPr>
                <a:xfrm>
                  <a:off x="2168434" y="2791004"/>
                  <a:ext cx="660343" cy="209006"/>
                </a:xfrm>
                <a:prstGeom prst="hexagon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STA</a:t>
                  </a:r>
                  <a:endParaRPr kumimoji="1" lang="ja-JP" altLang="en-US" sz="10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59" name="六角形 58">
                <a:extLst>
                  <a:ext uri="{FF2B5EF4-FFF2-40B4-BE49-F238E27FC236}">
                    <a16:creationId xmlns:a16="http://schemas.microsoft.com/office/drawing/2014/main" id="{E16871B8-DBCF-7D4C-4D5F-927C3D0D2162}"/>
                  </a:ext>
                </a:extLst>
              </p:cNvPr>
              <p:cNvSpPr/>
              <p:nvPr/>
            </p:nvSpPr>
            <p:spPr>
              <a:xfrm>
                <a:off x="9557782" y="2791004"/>
                <a:ext cx="2095657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cxnSp>
        <p:nvCxnSpPr>
          <p:cNvPr id="217" name="直線コネクタ 216">
            <a:extLst>
              <a:ext uri="{FF2B5EF4-FFF2-40B4-BE49-F238E27FC236}">
                <a16:creationId xmlns:a16="http://schemas.microsoft.com/office/drawing/2014/main" id="{E7F4F966-D832-0F4E-7C6E-5E7C29743C63}"/>
              </a:ext>
            </a:extLst>
          </p:cNvPr>
          <p:cNvCxnSpPr>
            <a:cxnSpLocks/>
          </p:cNvCxnSpPr>
          <p:nvPr/>
        </p:nvCxnSpPr>
        <p:spPr>
          <a:xfrm>
            <a:off x="6488161" y="2723106"/>
            <a:ext cx="0" cy="86813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コネクタ 217">
            <a:extLst>
              <a:ext uri="{FF2B5EF4-FFF2-40B4-BE49-F238E27FC236}">
                <a16:creationId xmlns:a16="http://schemas.microsoft.com/office/drawing/2014/main" id="{700A93CA-BA4C-C6DB-1D57-74DC9BA340AF}"/>
              </a:ext>
            </a:extLst>
          </p:cNvPr>
          <p:cNvCxnSpPr>
            <a:cxnSpLocks/>
          </p:cNvCxnSpPr>
          <p:nvPr/>
        </p:nvCxnSpPr>
        <p:spPr>
          <a:xfrm>
            <a:off x="8364428" y="2723106"/>
            <a:ext cx="0" cy="86813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FFC7D923-E47B-05FB-3DC8-18947260CBBD}"/>
              </a:ext>
            </a:extLst>
          </p:cNvPr>
          <p:cNvSpPr txBox="1"/>
          <p:nvPr/>
        </p:nvSpPr>
        <p:spPr>
          <a:xfrm>
            <a:off x="737218" y="3591244"/>
            <a:ext cx="6076369" cy="13480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操作実行中の中断操作として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を確実に発生するには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Master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からの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NACK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応答が必要となるので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状態から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RLA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状態へ遷移する。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Master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応答後、即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発生するタイミングで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Slave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からの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SDA=0b/Low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出力開始されていると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不発となり送受信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Lock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の原因となりうる。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受信割り込み発生＆エラー検出時の動作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割り込み発生時間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/timestamp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となる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Free-run Timer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Counter Capture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スキップする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受信完了したデータは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Dummy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を実行して破棄する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次回受信時エラー検出されるよう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Counter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Max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に設定する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618880A7-E41B-76FC-E6F4-493E92D1C09C}"/>
              </a:ext>
            </a:extLst>
          </p:cNvPr>
          <p:cNvSpPr txBox="1"/>
          <p:nvPr/>
        </p:nvSpPr>
        <p:spPr>
          <a:xfrm>
            <a:off x="6905816" y="3591245"/>
            <a:ext cx="4908712" cy="13480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前回エラー検出した場合、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 Rx Counter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Max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に設定しているためエラー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GP_I2C_MA_ERR_RWC_UNK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が検出され受信データが破棄される。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794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4579BFD-A342-10CB-BA52-2946BCAB5759}"/>
              </a:ext>
            </a:extLst>
          </p:cNvPr>
          <p:cNvSpPr txBox="1"/>
          <p:nvPr/>
        </p:nvSpPr>
        <p:spPr>
          <a:xfrm>
            <a:off x="737218" y="790835"/>
            <a:ext cx="7663445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Abort without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&gt;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71" name="グループ化 170">
            <a:extLst>
              <a:ext uri="{FF2B5EF4-FFF2-40B4-BE49-F238E27FC236}">
                <a16:creationId xmlns:a16="http://schemas.microsoft.com/office/drawing/2014/main" id="{524BBFA9-5EAF-0A7A-1FAC-55BCEF63A0A5}"/>
              </a:ext>
            </a:extLst>
          </p:cNvPr>
          <p:cNvGrpSpPr/>
          <p:nvPr/>
        </p:nvGrpSpPr>
        <p:grpSpPr>
          <a:xfrm>
            <a:off x="841776" y="1388136"/>
            <a:ext cx="10811663" cy="1611874"/>
            <a:chOff x="841776" y="1388136"/>
            <a:chExt cx="10811663" cy="161187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9CEBABA-CF3A-AA31-A237-E6B27AB202E5}"/>
                </a:ext>
              </a:extLst>
            </p:cNvPr>
            <p:cNvSpPr/>
            <p:nvPr/>
          </p:nvSpPr>
          <p:spPr>
            <a:xfrm rot="16200000">
              <a:off x="8573484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08D878E0-D54A-7053-5BB1-DCEE7E120BE4}"/>
                </a:ext>
              </a:extLst>
            </p:cNvPr>
            <p:cNvGrpSpPr/>
            <p:nvPr/>
          </p:nvGrpSpPr>
          <p:grpSpPr>
            <a:xfrm>
              <a:off x="2864362" y="1395773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57DAC0EF-5CED-1446-C1B6-CB14BFCC7ADE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B39ECA7-1A48-F2EE-F8BD-817176DB171C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1ED6E2A-FBDE-8B32-FFC6-0D7A3FB1AA70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055BD8D5-A591-BFFA-0919-340E2D3EE671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7692727A-8F13-1309-C791-9755B21DF46D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C80C2F1C-44FF-F7EB-CE78-41BE1A7AA68D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E5381AED-BA81-E556-B028-444827D2C8AC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35B4582D-3268-8064-3C81-02E8E8DCBC38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DF6814B5-1DC5-F4AB-5CAE-7BE94F9FC1E4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FC1A078B-381C-0A55-DD68-9B440CFDAB33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29AD33F3-34B1-BF53-E36A-9B05E45DE79F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6EB26D6-8410-0238-4BB7-8905B3A0634D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C557FF0-4E01-E79A-CB14-105E2747A6FD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7D146522-E3A6-7EFA-1919-84126109E57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08986019-5237-ADF5-1657-68FDC2B239AE}"/>
                </a:ext>
              </a:extLst>
            </p:cNvPr>
            <p:cNvGrpSpPr/>
            <p:nvPr/>
          </p:nvGrpSpPr>
          <p:grpSpPr>
            <a:xfrm>
              <a:off x="1063731" y="1388136"/>
              <a:ext cx="660024" cy="670778"/>
              <a:chOff x="9316778" y="536265"/>
              <a:chExt cx="660024" cy="670778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D1C3069C-8614-F361-551F-F255754937A6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C37D8CD1-8606-8CE8-55D3-F5B40EA5760A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AFE3FAA-63ED-0106-2A4F-AA7F20320984}"/>
                </a:ext>
              </a:extLst>
            </p:cNvPr>
            <p:cNvSpPr txBox="1"/>
            <p:nvPr/>
          </p:nvSpPr>
          <p:spPr>
            <a:xfrm>
              <a:off x="841776" y="2495463"/>
              <a:ext cx="16225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6D586B7-9C14-5A92-97D1-1C0F19A4ED7B}"/>
                </a:ext>
              </a:extLst>
            </p:cNvPr>
            <p:cNvSpPr txBox="1"/>
            <p:nvPr/>
          </p:nvSpPr>
          <p:spPr>
            <a:xfrm>
              <a:off x="6346893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E23B0FD5-44F8-AFF5-BEAF-E461ED0508E5}"/>
                </a:ext>
              </a:extLst>
            </p:cNvPr>
            <p:cNvSpPr txBox="1"/>
            <p:nvPr/>
          </p:nvSpPr>
          <p:spPr>
            <a:xfrm>
              <a:off x="8222776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52A9D5A-C54F-8E29-6CF6-DBBEE3D6A825}"/>
                </a:ext>
              </a:extLst>
            </p:cNvPr>
            <p:cNvSpPr txBox="1"/>
            <p:nvPr/>
          </p:nvSpPr>
          <p:spPr>
            <a:xfrm>
              <a:off x="8749560" y="2495463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●</a:t>
              </a:r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42A54A00-D2FD-4CDE-698E-8DB043CE8F26}"/>
                </a:ext>
              </a:extLst>
            </p:cNvPr>
            <p:cNvGrpSpPr/>
            <p:nvPr/>
          </p:nvGrpSpPr>
          <p:grpSpPr>
            <a:xfrm>
              <a:off x="2168434" y="1861419"/>
              <a:ext cx="2586827" cy="1138591"/>
              <a:chOff x="2168434" y="1861419"/>
              <a:chExt cx="2586827" cy="1138591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55DFE4A3-45E6-3B2F-816D-43A1F41C5A5C}"/>
                  </a:ext>
                </a:extLst>
              </p:cNvPr>
              <p:cNvSpPr/>
              <p:nvPr/>
            </p:nvSpPr>
            <p:spPr>
              <a:xfrm rot="16200000">
                <a:off x="2516970" y="1975615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Start</a:t>
                </a:r>
                <a:endParaRPr kumimoji="1" lang="ja-JP" altLang="en-US" sz="8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4C0017C0-43C2-2897-F94C-DF5E46E79125}"/>
                  </a:ext>
                </a:extLst>
              </p:cNvPr>
              <p:cNvGrpSpPr/>
              <p:nvPr/>
            </p:nvGrpSpPr>
            <p:grpSpPr>
              <a:xfrm>
                <a:off x="2864362" y="1861419"/>
                <a:ext cx="1832619" cy="415770"/>
                <a:chOff x="4201546" y="2733405"/>
                <a:chExt cx="1832619" cy="415770"/>
              </a:xfrm>
            </p:grpSpPr>
            <p:grpSp>
              <p:nvGrpSpPr>
                <p:cNvPr id="36" name="グループ化 35">
                  <a:extLst>
                    <a:ext uri="{FF2B5EF4-FFF2-40B4-BE49-F238E27FC236}">
                      <a16:creationId xmlns:a16="http://schemas.microsoft.com/office/drawing/2014/main" id="{63527262-E363-9622-EF14-EACFA171E644}"/>
                    </a:ext>
                  </a:extLst>
                </p:cNvPr>
                <p:cNvGrpSpPr/>
                <p:nvPr/>
              </p:nvGrpSpPr>
              <p:grpSpPr>
                <a:xfrm>
                  <a:off x="4201546" y="2733405"/>
                  <a:ext cx="1625048" cy="415770"/>
                  <a:chOff x="4201546" y="2733405"/>
                  <a:chExt cx="1625048" cy="415770"/>
                </a:xfrm>
              </p:grpSpPr>
              <p:sp>
                <p:nvSpPr>
                  <p:cNvPr id="38" name="正方形/長方形 37">
                    <a:extLst>
                      <a:ext uri="{FF2B5EF4-FFF2-40B4-BE49-F238E27FC236}">
                        <a16:creationId xmlns:a16="http://schemas.microsoft.com/office/drawing/2014/main" id="{E62A78C5-EF73-B48A-36E5-8A0951E6CA17}"/>
                      </a:ext>
                    </a:extLst>
                  </p:cNvPr>
                  <p:cNvSpPr/>
                  <p:nvPr/>
                </p:nvSpPr>
                <p:spPr>
                  <a:xfrm>
                    <a:off x="4201546" y="2733405"/>
                    <a:ext cx="1417521" cy="41577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Byte#0</a:t>
                    </a:r>
                  </a:p>
                  <a:p>
                    <a:pPr algn="ctr"/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Slave Device Address</a:t>
                    </a:r>
                  </a:p>
                  <a:p>
                    <a:pPr algn="ctr"/>
                    <a:r>
                      <a:rPr kumimoji="1"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7 [bits]</a:t>
                    </a:r>
                  </a:p>
                </p:txBody>
              </p:sp>
              <p:sp>
                <p:nvSpPr>
                  <p:cNvPr id="39" name="正方形/長方形 38">
                    <a:extLst>
                      <a:ext uri="{FF2B5EF4-FFF2-40B4-BE49-F238E27FC236}">
                        <a16:creationId xmlns:a16="http://schemas.microsoft.com/office/drawing/2014/main" id="{48CB6CB2-840B-6E92-E8E7-C3AF001B091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25021" y="2847602"/>
                    <a:ext cx="415769" cy="18737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rPr>
                      <a:t>R</a:t>
                    </a:r>
                    <a:r>
                      <a:rPr lang="en-US" altLang="ja-JP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rPr>
                      <a:t>(1)</a:t>
                    </a:r>
                    <a:endParaRPr kumimoji="1" lang="ja-JP" altLang="en-US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37" name="正方形/長方形 36">
                  <a:extLst>
                    <a:ext uri="{FF2B5EF4-FFF2-40B4-BE49-F238E27FC236}">
                      <a16:creationId xmlns:a16="http://schemas.microsoft.com/office/drawing/2014/main" id="{C7E9C8EC-FDC4-599E-A844-68AE1427BFB5}"/>
                    </a:ext>
                  </a:extLst>
                </p:cNvPr>
                <p:cNvSpPr/>
                <p:nvPr/>
              </p:nvSpPr>
              <p:spPr>
                <a:xfrm rot="16200000">
                  <a:off x="5732592" y="2847602"/>
                  <a:ext cx="415769" cy="18737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ACK</a:t>
                  </a:r>
                  <a:endParaRPr kumimoji="1" lang="ja-JP" altLang="en-US" sz="8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D2E0F86-AB4C-985C-C087-D58F960F5338}"/>
                  </a:ext>
                </a:extLst>
              </p:cNvPr>
              <p:cNvSpPr txBox="1"/>
              <p:nvPr/>
            </p:nvSpPr>
            <p:spPr>
              <a:xfrm>
                <a:off x="2679492" y="249546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●</a:t>
                </a:r>
                <a:endPara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603C7EB-C257-6160-1F6C-A4C7CDE9B15A}"/>
                  </a:ext>
                </a:extLst>
              </p:cNvPr>
              <p:cNvSpPr txBox="1"/>
              <p:nvPr/>
            </p:nvSpPr>
            <p:spPr>
              <a:xfrm>
                <a:off x="4464751" y="249546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21" name="六角形 20">
                <a:extLst>
                  <a:ext uri="{FF2B5EF4-FFF2-40B4-BE49-F238E27FC236}">
                    <a16:creationId xmlns:a16="http://schemas.microsoft.com/office/drawing/2014/main" id="{AB37968B-0198-DF4A-1E55-1169D1DD1E16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2" name="六角形 21">
              <a:extLst>
                <a:ext uri="{FF2B5EF4-FFF2-40B4-BE49-F238E27FC236}">
                  <a16:creationId xmlns:a16="http://schemas.microsoft.com/office/drawing/2014/main" id="{98B0F9B4-22DE-A55A-C42E-D1A7444F8918}"/>
                </a:ext>
              </a:extLst>
            </p:cNvPr>
            <p:cNvSpPr/>
            <p:nvPr/>
          </p:nvSpPr>
          <p:spPr>
            <a:xfrm>
              <a:off x="2828777" y="2791004"/>
              <a:ext cx="365938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6" name="六角形 25">
              <a:extLst>
                <a:ext uri="{FF2B5EF4-FFF2-40B4-BE49-F238E27FC236}">
                  <a16:creationId xmlns:a16="http://schemas.microsoft.com/office/drawing/2014/main" id="{C8F60855-1806-888C-058F-986C34A9D23B}"/>
                </a:ext>
              </a:extLst>
            </p:cNvPr>
            <p:cNvSpPr/>
            <p:nvPr/>
          </p:nvSpPr>
          <p:spPr>
            <a:xfrm>
              <a:off x="1455839" y="2791004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六角形 26">
              <a:extLst>
                <a:ext uri="{FF2B5EF4-FFF2-40B4-BE49-F238E27FC236}">
                  <a16:creationId xmlns:a16="http://schemas.microsoft.com/office/drawing/2014/main" id="{AF545E96-5979-7D3E-205F-D8E2CE27F4C0}"/>
                </a:ext>
              </a:extLst>
            </p:cNvPr>
            <p:cNvSpPr/>
            <p:nvPr/>
          </p:nvSpPr>
          <p:spPr>
            <a:xfrm>
              <a:off x="6493997" y="2791004"/>
              <a:ext cx="1870514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RLA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" name="六角形 22">
              <a:extLst>
                <a:ext uri="{FF2B5EF4-FFF2-40B4-BE49-F238E27FC236}">
                  <a16:creationId xmlns:a16="http://schemas.microsoft.com/office/drawing/2014/main" id="{119FDC38-D35B-639B-38DA-AA7943B4AAEC}"/>
                </a:ext>
              </a:extLst>
            </p:cNvPr>
            <p:cNvSpPr/>
            <p:nvPr/>
          </p:nvSpPr>
          <p:spPr>
            <a:xfrm>
              <a:off x="8375516" y="2791004"/>
              <a:ext cx="51608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D968256-9A2D-6178-530E-D65E66C77E50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027BA9BD-1207-2455-4B1B-75147ABE61ED}"/>
                </a:ext>
              </a:extLst>
            </p:cNvPr>
            <p:cNvGrpSpPr/>
            <p:nvPr/>
          </p:nvGrpSpPr>
          <p:grpSpPr>
            <a:xfrm>
              <a:off x="8897440" y="1861419"/>
              <a:ext cx="2755999" cy="1138591"/>
              <a:chOff x="8897440" y="1861419"/>
              <a:chExt cx="2755999" cy="1138591"/>
            </a:xfrm>
          </p:grpSpPr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CFCCA1A8-5B45-6B22-142A-7E2F15C805EE}"/>
                  </a:ext>
                </a:extLst>
              </p:cNvPr>
              <p:cNvGrpSpPr/>
              <p:nvPr/>
            </p:nvGrpSpPr>
            <p:grpSpPr>
              <a:xfrm>
                <a:off x="8897440" y="1861419"/>
                <a:ext cx="2586827" cy="1138591"/>
                <a:chOff x="2168434" y="1861419"/>
                <a:chExt cx="2586827" cy="1138591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B2CDDC54-5342-66EC-27AF-0E92CED90D56}"/>
                    </a:ext>
                  </a:extLst>
                </p:cNvPr>
                <p:cNvSpPr/>
                <p:nvPr/>
              </p:nvSpPr>
              <p:spPr>
                <a:xfrm rot="16200000">
                  <a:off x="2516970" y="1975615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bg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Start</a:t>
                  </a:r>
                  <a:endParaRPr kumimoji="1" lang="ja-JP" altLang="en-US" sz="800" dirty="0">
                    <a:solidFill>
                      <a:schemeClr val="bg2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47EC88D-BD90-85B7-E631-E3A23537AE26}"/>
                    </a:ext>
                  </a:extLst>
                </p:cNvPr>
                <p:cNvGrpSpPr/>
                <p:nvPr/>
              </p:nvGrpSpPr>
              <p:grpSpPr>
                <a:xfrm>
                  <a:off x="2864362" y="1861419"/>
                  <a:ext cx="1832619" cy="415770"/>
                  <a:chOff x="4201546" y="2733405"/>
                  <a:chExt cx="1832619" cy="415770"/>
                </a:xfrm>
              </p:grpSpPr>
              <p:grpSp>
                <p:nvGrpSpPr>
                  <p:cNvPr id="55" name="グループ化 54">
                    <a:extLst>
                      <a:ext uri="{FF2B5EF4-FFF2-40B4-BE49-F238E27FC236}">
                        <a16:creationId xmlns:a16="http://schemas.microsoft.com/office/drawing/2014/main" id="{A549EA3D-5E92-E014-FE9F-F494D2251262}"/>
                      </a:ext>
                    </a:extLst>
                  </p:cNvPr>
                  <p:cNvGrpSpPr/>
                  <p:nvPr/>
                </p:nvGrpSpPr>
                <p:grpSpPr>
                  <a:xfrm>
                    <a:off x="4201546" y="2733405"/>
                    <a:ext cx="1625048" cy="415770"/>
                    <a:chOff x="4201546" y="2733405"/>
                    <a:chExt cx="1625048" cy="415770"/>
                  </a:xfrm>
                </p:grpSpPr>
                <p:sp>
                  <p:nvSpPr>
                    <p:cNvPr id="57" name="正方形/長方形 56">
                      <a:extLst>
                        <a:ext uri="{FF2B5EF4-FFF2-40B4-BE49-F238E27FC236}">
                          <a16:creationId xmlns:a16="http://schemas.microsoft.com/office/drawing/2014/main" id="{1065FD07-6808-4EE9-0C62-2F5AECE770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1546" y="2733405"/>
                      <a:ext cx="1417521" cy="41577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Byte#0</a:t>
                      </a:r>
                    </a:p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Slave Device Address</a:t>
                      </a:r>
                    </a:p>
                    <a:p>
                      <a:pPr algn="ctr"/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[bits]</a:t>
                      </a:r>
                    </a:p>
                  </p:txBody>
                </p:sp>
                <p:sp>
                  <p:nvSpPr>
                    <p:cNvPr id="58" name="正方形/長方形 57">
                      <a:extLst>
                        <a:ext uri="{FF2B5EF4-FFF2-40B4-BE49-F238E27FC236}">
                          <a16:creationId xmlns:a16="http://schemas.microsoft.com/office/drawing/2014/main" id="{999973DA-6A11-7464-10F2-5212246A869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25021" y="2847602"/>
                      <a:ext cx="415769" cy="1873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(1)</a:t>
                      </a:r>
                      <a:endParaRPr kumimoji="1" lang="ja-JP" altLang="en-US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A143F6E6-6A7B-C25D-6F4A-2951F5086E5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732592" y="2847602"/>
                    <a:ext cx="415769" cy="187377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ACK</a:t>
                    </a:r>
                    <a:endParaRPr kumimoji="1" lang="ja-JP" altLang="en-US" sz="80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D98D32FD-8AA1-620D-2D9E-1DBBB101B36D}"/>
                    </a:ext>
                  </a:extLst>
                </p:cNvPr>
                <p:cNvSpPr txBox="1"/>
                <p:nvPr/>
              </p:nvSpPr>
              <p:spPr>
                <a:xfrm>
                  <a:off x="2679492" y="2495463"/>
                  <a:ext cx="29051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ja-JP" altLang="en-US" sz="1000" dirty="0">
                      <a:latin typeface="Courier New" panose="02070309020205020404" pitchFamily="49" charset="0"/>
                      <a:ea typeface="HG丸ｺﾞｼｯｸM-PRO" panose="020F0600000000000000" pitchFamily="50" charset="-128"/>
                      <a:cs typeface="Courier New" panose="02070309020205020404" pitchFamily="49" charset="0"/>
                    </a:rPr>
                    <a:t>●</a:t>
                  </a:r>
                  <a:endParaRPr lang="ja-JP" altLang="en-US" sz="1000" dirty="0">
                    <a:latin typeface="Courier New" panose="02070309020205020404" pitchFamily="49" charset="0"/>
                    <a:ea typeface="HG丸ｺﾞｼｯｸM-PRO" panose="020F0600000000000000" pitchFamily="50" charset="-128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15C7137D-5B90-EB00-7458-E8F93287DDD2}"/>
                    </a:ext>
                  </a:extLst>
                </p:cNvPr>
                <p:cNvSpPr txBox="1"/>
                <p:nvPr/>
              </p:nvSpPr>
              <p:spPr>
                <a:xfrm>
                  <a:off x="4464751" y="2495463"/>
                  <a:ext cx="29051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ja-JP" altLang="en-US" sz="1000" dirty="0">
                      <a:latin typeface="Courier New" panose="02070309020205020404" pitchFamily="49" charset="0"/>
                      <a:ea typeface="HG丸ｺﾞｼｯｸM-PRO" panose="020F0600000000000000" pitchFamily="50" charset="-128"/>
                      <a:cs typeface="Courier New" panose="02070309020205020404" pitchFamily="49" charset="0"/>
                    </a:rPr>
                    <a:t>▼</a:t>
                  </a:r>
                </a:p>
              </p:txBody>
            </p:sp>
            <p:sp>
              <p:nvSpPr>
                <p:cNvPr id="54" name="六角形 53">
                  <a:extLst>
                    <a:ext uri="{FF2B5EF4-FFF2-40B4-BE49-F238E27FC236}">
                      <a16:creationId xmlns:a16="http://schemas.microsoft.com/office/drawing/2014/main" id="{F4B4BF43-DE1F-CA04-10FC-310F9880B143}"/>
                    </a:ext>
                  </a:extLst>
                </p:cNvPr>
                <p:cNvSpPr/>
                <p:nvPr/>
              </p:nvSpPr>
              <p:spPr>
                <a:xfrm>
                  <a:off x="2168434" y="2791004"/>
                  <a:ext cx="660343" cy="209006"/>
                </a:xfrm>
                <a:prstGeom prst="hexagon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STA</a:t>
                  </a:r>
                  <a:endParaRPr kumimoji="1" lang="ja-JP" altLang="en-US" sz="10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59" name="六角形 58">
                <a:extLst>
                  <a:ext uri="{FF2B5EF4-FFF2-40B4-BE49-F238E27FC236}">
                    <a16:creationId xmlns:a16="http://schemas.microsoft.com/office/drawing/2014/main" id="{E16871B8-DBCF-7D4C-4D5F-927C3D0D2162}"/>
                  </a:ext>
                </a:extLst>
              </p:cNvPr>
              <p:cNvSpPr/>
              <p:nvPr/>
            </p:nvSpPr>
            <p:spPr>
              <a:xfrm>
                <a:off x="9557782" y="2791004"/>
                <a:ext cx="2095657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cxnSp>
        <p:nvCxnSpPr>
          <p:cNvPr id="218" name="直線コネクタ 217">
            <a:extLst>
              <a:ext uri="{FF2B5EF4-FFF2-40B4-BE49-F238E27FC236}">
                <a16:creationId xmlns:a16="http://schemas.microsoft.com/office/drawing/2014/main" id="{700A93CA-BA4C-C6DB-1D57-74DC9BA340AF}"/>
              </a:ext>
            </a:extLst>
          </p:cNvPr>
          <p:cNvCxnSpPr>
            <a:cxnSpLocks/>
          </p:cNvCxnSpPr>
          <p:nvPr/>
        </p:nvCxnSpPr>
        <p:spPr>
          <a:xfrm>
            <a:off x="8364428" y="2723106"/>
            <a:ext cx="0" cy="86813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618880A7-E41B-76FC-E6F4-493E92D1C09C}"/>
              </a:ext>
            </a:extLst>
          </p:cNvPr>
          <p:cNvSpPr txBox="1"/>
          <p:nvPr/>
        </p:nvSpPr>
        <p:spPr>
          <a:xfrm>
            <a:off x="6905816" y="3591245"/>
            <a:ext cx="4908712" cy="13480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“RLA”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状態にてエラー検出した場合、受信データを破棄、即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が送信される。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436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4579BFD-A342-10CB-BA52-2946BCAB5759}"/>
              </a:ext>
            </a:extLst>
          </p:cNvPr>
          <p:cNvSpPr txBox="1"/>
          <p:nvPr/>
        </p:nvSpPr>
        <p:spPr>
          <a:xfrm>
            <a:off x="737218" y="790835"/>
            <a:ext cx="7333226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Abort with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= 1, Read Rx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E4524E1-AFAD-73AB-C548-1F14636A02F8}"/>
              </a:ext>
            </a:extLst>
          </p:cNvPr>
          <p:cNvGrpSpPr/>
          <p:nvPr/>
        </p:nvGrpSpPr>
        <p:grpSpPr>
          <a:xfrm>
            <a:off x="841776" y="1388136"/>
            <a:ext cx="10811663" cy="1801973"/>
            <a:chOff x="841776" y="1388136"/>
            <a:chExt cx="10811663" cy="1801973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804C09A-1306-A6F3-AE96-ACA7990BF80F}"/>
                </a:ext>
              </a:extLst>
            </p:cNvPr>
            <p:cNvSpPr/>
            <p:nvPr/>
          </p:nvSpPr>
          <p:spPr>
            <a:xfrm rot="16200000">
              <a:off x="2516970" y="1975615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B3FD5555-11AF-C740-226D-723ECE1CCF31}"/>
                </a:ext>
              </a:extLst>
            </p:cNvPr>
            <p:cNvSpPr/>
            <p:nvPr/>
          </p:nvSpPr>
          <p:spPr>
            <a:xfrm rot="16200000">
              <a:off x="10471862" y="1975616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95CE1431-8381-091B-DD30-D810B86EAB50}"/>
                </a:ext>
              </a:extLst>
            </p:cNvPr>
            <p:cNvGrpSpPr/>
            <p:nvPr/>
          </p:nvGrpSpPr>
          <p:grpSpPr>
            <a:xfrm>
              <a:off x="2864362" y="1395773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1BB07FCD-3986-FD5F-54DA-E8C84B35A161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BCDD62E0-FC25-2D18-9833-2CFB93D35C29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5" name="正方形/長方形 94">
                <a:extLst>
                  <a:ext uri="{FF2B5EF4-FFF2-40B4-BE49-F238E27FC236}">
                    <a16:creationId xmlns:a16="http://schemas.microsoft.com/office/drawing/2014/main" id="{94EB9CE9-E3E6-226F-F8BF-1D83A1D69B2D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AAF8686F-B0B4-8F6D-83A4-5F8D2A581363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CE6639DF-BC60-4C44-1098-5326CDE50AF3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FDD0757F-EF9C-B318-53BB-61B7A103FE08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9" name="正方形/長方形 98">
                <a:extLst>
                  <a:ext uri="{FF2B5EF4-FFF2-40B4-BE49-F238E27FC236}">
                    <a16:creationId xmlns:a16="http://schemas.microsoft.com/office/drawing/2014/main" id="{BD603B67-B566-FB6F-EEE6-DB1723A2F329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0" name="正方形/長方形 99">
                <a:extLst>
                  <a:ext uri="{FF2B5EF4-FFF2-40B4-BE49-F238E27FC236}">
                    <a16:creationId xmlns:a16="http://schemas.microsoft.com/office/drawing/2014/main" id="{96707670-C3A0-F3FF-668B-837315F93450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221A4AC5-F604-A230-3A1B-888502568A2F}"/>
                </a:ext>
              </a:extLst>
            </p:cNvPr>
            <p:cNvGrpSpPr/>
            <p:nvPr/>
          </p:nvGrpSpPr>
          <p:grpSpPr>
            <a:xfrm>
              <a:off x="2864362" y="1861419"/>
              <a:ext cx="1832619" cy="415770"/>
              <a:chOff x="4201546" y="2733405"/>
              <a:chExt cx="1832619" cy="415770"/>
            </a:xfrm>
          </p:grpSpPr>
          <p:grpSp>
            <p:nvGrpSpPr>
              <p:cNvPr id="89" name="グループ化 88">
                <a:extLst>
                  <a:ext uri="{FF2B5EF4-FFF2-40B4-BE49-F238E27FC236}">
                    <a16:creationId xmlns:a16="http://schemas.microsoft.com/office/drawing/2014/main" id="{5D6D10A4-CF00-C5CB-4E3A-8F201F593FA5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91" name="正方形/長方形 90">
                  <a:extLst>
                    <a:ext uri="{FF2B5EF4-FFF2-40B4-BE49-F238E27FC236}">
                      <a16:creationId xmlns:a16="http://schemas.microsoft.com/office/drawing/2014/main" id="{F069440A-9B1E-87FA-FB41-A1DA0EEB177D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92" name="正方形/長方形 91">
                  <a:extLst>
                    <a:ext uri="{FF2B5EF4-FFF2-40B4-BE49-F238E27FC236}">
                      <a16:creationId xmlns:a16="http://schemas.microsoft.com/office/drawing/2014/main" id="{F422B32F-4C70-2CE8-EAB1-7379C4C96196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0" name="正方形/長方形 89">
                <a:extLst>
                  <a:ext uri="{FF2B5EF4-FFF2-40B4-BE49-F238E27FC236}">
                    <a16:creationId xmlns:a16="http://schemas.microsoft.com/office/drawing/2014/main" id="{D3F7FEBD-DB8F-02FA-1A54-789ACA7120A9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7BE47151-89D1-5650-26FF-8B66A3530E5E}"/>
                </a:ext>
              </a:extLst>
            </p:cNvPr>
            <p:cNvGrpSpPr/>
            <p:nvPr/>
          </p:nvGrpSpPr>
          <p:grpSpPr>
            <a:xfrm>
              <a:off x="4742800" y="1861419"/>
              <a:ext cx="1835533" cy="415770"/>
              <a:chOff x="4201546" y="3221115"/>
              <a:chExt cx="1835533" cy="415770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B023E4A2-6B71-0CF3-32BB-642ABAF4000E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4FA59F14-548B-2DB5-78BB-F6FD63468C25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8B2C9228-7863-51CB-7675-68C98E5242E9}"/>
                </a:ext>
              </a:extLst>
            </p:cNvPr>
            <p:cNvGrpSpPr/>
            <p:nvPr/>
          </p:nvGrpSpPr>
          <p:grpSpPr>
            <a:xfrm>
              <a:off x="6624152" y="1861419"/>
              <a:ext cx="1835533" cy="415770"/>
              <a:chOff x="4201546" y="3221115"/>
              <a:chExt cx="1835533" cy="415770"/>
            </a:xfrm>
          </p:grpSpPr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8787AC4C-1354-4086-B7F2-D19EBC76DC1B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CF72C7C7-E903-C869-56D5-3105596941C5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34882258-8F69-3890-5A1A-950029CC0BEA}"/>
                </a:ext>
              </a:extLst>
            </p:cNvPr>
            <p:cNvGrpSpPr/>
            <p:nvPr/>
          </p:nvGrpSpPr>
          <p:grpSpPr>
            <a:xfrm>
              <a:off x="8505504" y="1861419"/>
              <a:ext cx="1835533" cy="415770"/>
              <a:chOff x="4201546" y="3221115"/>
              <a:chExt cx="1835533" cy="415770"/>
            </a:xfrm>
          </p:grpSpPr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ABDAF24A-8BF9-9A9B-D9AF-0479005A291E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F7B8583F-F831-43E2-9486-3332771B17D6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5C3DD951-5E28-78B3-8174-79222E6BB07A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3190109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B5F999BA-0450-4AAC-48A7-7B3C67752871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2277188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1416622C-5ACB-E1A1-3455-FDE421DBF855}"/>
                </a:ext>
              </a:extLst>
            </p:cNvPr>
            <p:cNvGrpSpPr/>
            <p:nvPr/>
          </p:nvGrpSpPr>
          <p:grpSpPr>
            <a:xfrm>
              <a:off x="1063731" y="1388136"/>
              <a:ext cx="660024" cy="670778"/>
              <a:chOff x="9316778" y="536265"/>
              <a:chExt cx="660024" cy="670778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D36D2C60-D763-015B-AC2B-0AC6ECA556CF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B35B7B1-FA01-5794-4893-D00348DDE21C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E3311FF6-C843-6F37-B06D-CEE866090E11}"/>
                </a:ext>
              </a:extLst>
            </p:cNvPr>
            <p:cNvGrpSpPr/>
            <p:nvPr/>
          </p:nvGrpSpPr>
          <p:grpSpPr>
            <a:xfrm>
              <a:off x="841776" y="2335443"/>
              <a:ext cx="10080346" cy="450162"/>
              <a:chOff x="841776" y="2335443"/>
              <a:chExt cx="10080346" cy="450162"/>
            </a:xfrm>
          </p:grpSpPr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661C2E06-6B6F-A248-45BC-67ECFE4CBF9D}"/>
                  </a:ext>
                </a:extLst>
              </p:cNvPr>
              <p:cNvSpPr txBox="1"/>
              <p:nvPr/>
            </p:nvSpPr>
            <p:spPr>
              <a:xfrm>
                <a:off x="267949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  <a:endPara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0564E451-0415-9E9D-50D0-298FACA0E4A2}"/>
                  </a:ext>
                </a:extLst>
              </p:cNvPr>
              <p:cNvSpPr txBox="1"/>
              <p:nvPr/>
            </p:nvSpPr>
            <p:spPr>
              <a:xfrm>
                <a:off x="4458219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A21D9C8A-E42F-438B-0E1F-99A13DC4FA5E}"/>
                  </a:ext>
                </a:extLst>
              </p:cNvPr>
              <p:cNvSpPr txBox="1"/>
              <p:nvPr/>
            </p:nvSpPr>
            <p:spPr>
              <a:xfrm>
                <a:off x="6340361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1">
                        <a:lumMod val="75000"/>
                      </a:schemeClr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▽</a:t>
                </a:r>
              </a:p>
            </p:txBody>
          </p:sp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8ABC1B08-F0A2-79C1-CAFA-3F5A9C869F20}"/>
                  </a:ext>
                </a:extLst>
              </p:cNvPr>
              <p:cNvSpPr txBox="1"/>
              <p:nvPr/>
            </p:nvSpPr>
            <p:spPr>
              <a:xfrm>
                <a:off x="8226314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2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80078C94-6168-7CE8-22AD-F051D10E4AB9}"/>
                  </a:ext>
                </a:extLst>
              </p:cNvPr>
              <p:cNvSpPr txBox="1"/>
              <p:nvPr/>
            </p:nvSpPr>
            <p:spPr>
              <a:xfrm>
                <a:off x="10110873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solidFill>
                      <a:schemeClr val="bg2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▼</a:t>
                </a:r>
              </a:p>
            </p:txBody>
          </p:sp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B15D486B-D997-D628-81D3-FDDF501201AB}"/>
                  </a:ext>
                </a:extLst>
              </p:cNvPr>
              <p:cNvSpPr txBox="1"/>
              <p:nvPr/>
            </p:nvSpPr>
            <p:spPr>
              <a:xfrm>
                <a:off x="10631612" y="2335443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●</a:t>
                </a:r>
              </a:p>
            </p:txBody>
          </p:sp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78E3DD8D-76A1-07EA-B238-9608D1E87FC7}"/>
                  </a:ext>
                </a:extLst>
              </p:cNvPr>
              <p:cNvSpPr txBox="1"/>
              <p:nvPr/>
            </p:nvSpPr>
            <p:spPr>
              <a:xfrm>
                <a:off x="6344889" y="2539384"/>
                <a:ext cx="2905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1000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  <a:cs typeface="Courier New" panose="02070309020205020404" pitchFamily="49" charset="0"/>
                  </a:rPr>
                  <a:t>▲</a:t>
                </a:r>
              </a:p>
            </p:txBody>
          </p:sp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C12C9D98-B7DD-D5D9-27C1-799C748AFC66}"/>
                  </a:ext>
                </a:extLst>
              </p:cNvPr>
              <p:cNvSpPr txBox="1"/>
              <p:nvPr/>
            </p:nvSpPr>
            <p:spPr>
              <a:xfrm>
                <a:off x="841776" y="2335443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vd_g_GpI2cMaIRQTRx</a:t>
                </a:r>
              </a:p>
            </p:txBody>
          </p:sp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85D0D1F8-2516-0D31-ED17-402F6030EEEB}"/>
                  </a:ext>
                </a:extLst>
              </p:cNvPr>
              <p:cNvSpPr txBox="1"/>
              <p:nvPr/>
            </p:nvSpPr>
            <p:spPr>
              <a:xfrm>
                <a:off x="841776" y="2539384"/>
                <a:ext cx="178939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vd_g_GpI2cMaIRQDmaRx</a:t>
                </a:r>
              </a:p>
            </p:txBody>
          </p:sp>
        </p:grpSp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C4E7DE36-333E-5C9B-1BAB-D5FF6BF2E5BF}"/>
                </a:ext>
              </a:extLst>
            </p:cNvPr>
            <p:cNvGrpSpPr/>
            <p:nvPr/>
          </p:nvGrpSpPr>
          <p:grpSpPr>
            <a:xfrm>
              <a:off x="1455839" y="2791004"/>
              <a:ext cx="10117853" cy="209006"/>
              <a:chOff x="1455839" y="2791004"/>
              <a:chExt cx="10117853" cy="209006"/>
            </a:xfrm>
          </p:grpSpPr>
          <p:sp>
            <p:nvSpPr>
              <p:cNvPr id="66" name="六角形 65">
                <a:extLst>
                  <a:ext uri="{FF2B5EF4-FFF2-40B4-BE49-F238E27FC236}">
                    <a16:creationId xmlns:a16="http://schemas.microsoft.com/office/drawing/2014/main" id="{48A9B99C-5343-2F31-D221-23B48895E35C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7" name="六角形 66">
                <a:extLst>
                  <a:ext uri="{FF2B5EF4-FFF2-40B4-BE49-F238E27FC236}">
                    <a16:creationId xmlns:a16="http://schemas.microsoft.com/office/drawing/2014/main" id="{21584C10-5CE8-466C-9F4D-6ABD6344616B}"/>
                  </a:ext>
                </a:extLst>
              </p:cNvPr>
              <p:cNvSpPr/>
              <p:nvPr/>
            </p:nvSpPr>
            <p:spPr>
              <a:xfrm>
                <a:off x="2828778" y="2791004"/>
                <a:ext cx="5541950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8" name="六角形 67">
                <a:extLst>
                  <a:ext uri="{FF2B5EF4-FFF2-40B4-BE49-F238E27FC236}">
                    <a16:creationId xmlns:a16="http://schemas.microsoft.com/office/drawing/2014/main" id="{5BE299AB-4E17-5CA4-1827-628A3CD8AB1F}"/>
                  </a:ext>
                </a:extLst>
              </p:cNvPr>
              <p:cNvSpPr/>
              <p:nvPr/>
            </p:nvSpPr>
            <p:spPr>
              <a:xfrm>
                <a:off x="10254859" y="2791004"/>
                <a:ext cx="523597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FIN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9" name="六角形 68">
                <a:extLst>
                  <a:ext uri="{FF2B5EF4-FFF2-40B4-BE49-F238E27FC236}">
                    <a16:creationId xmlns:a16="http://schemas.microsoft.com/office/drawing/2014/main" id="{45B11F54-DFBD-95F2-C972-2054BB7663CA}"/>
                  </a:ext>
                </a:extLst>
              </p:cNvPr>
              <p:cNvSpPr/>
              <p:nvPr/>
            </p:nvSpPr>
            <p:spPr>
              <a:xfrm>
                <a:off x="10778456" y="2791004"/>
                <a:ext cx="795236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0" name="六角形 69">
                <a:extLst>
                  <a:ext uri="{FF2B5EF4-FFF2-40B4-BE49-F238E27FC236}">
                    <a16:creationId xmlns:a16="http://schemas.microsoft.com/office/drawing/2014/main" id="{C4F127D3-2454-5EB4-A0C0-9D547E5DA148}"/>
                  </a:ext>
                </a:extLst>
              </p:cNvPr>
              <p:cNvSpPr/>
              <p:nvPr/>
            </p:nvSpPr>
            <p:spPr>
              <a:xfrm>
                <a:off x="1455839" y="2791004"/>
                <a:ext cx="712594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1" name="六角形 70">
                <a:extLst>
                  <a:ext uri="{FF2B5EF4-FFF2-40B4-BE49-F238E27FC236}">
                    <a16:creationId xmlns:a16="http://schemas.microsoft.com/office/drawing/2014/main" id="{DFBC91E9-DAD3-BB59-A16A-639264DDFEA9}"/>
                  </a:ext>
                </a:extLst>
              </p:cNvPr>
              <p:cNvSpPr/>
              <p:nvPr/>
            </p:nvSpPr>
            <p:spPr>
              <a:xfrm>
                <a:off x="8367367" y="2791004"/>
                <a:ext cx="1878788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RLA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190" name="グループ化 189">
            <a:extLst>
              <a:ext uri="{FF2B5EF4-FFF2-40B4-BE49-F238E27FC236}">
                <a16:creationId xmlns:a16="http://schemas.microsoft.com/office/drawing/2014/main" id="{50A1C6B0-6B36-5AD9-5D11-88FB8092A451}"/>
              </a:ext>
            </a:extLst>
          </p:cNvPr>
          <p:cNvGrpSpPr/>
          <p:nvPr/>
        </p:nvGrpSpPr>
        <p:grpSpPr>
          <a:xfrm>
            <a:off x="841776" y="3615266"/>
            <a:ext cx="10811663" cy="1138591"/>
            <a:chOff x="841776" y="3967531"/>
            <a:chExt cx="10811663" cy="1138591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EC9967C2-575E-1A88-8028-12014BA812A0}"/>
                </a:ext>
              </a:extLst>
            </p:cNvPr>
            <p:cNvSpPr/>
            <p:nvPr/>
          </p:nvSpPr>
          <p:spPr>
            <a:xfrm rot="16200000">
              <a:off x="2516970" y="4081727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71AB51CA-8616-EAF2-916B-B9FF4AE2C29E}"/>
                </a:ext>
              </a:extLst>
            </p:cNvPr>
            <p:cNvSpPr/>
            <p:nvPr/>
          </p:nvSpPr>
          <p:spPr>
            <a:xfrm rot="16200000">
              <a:off x="10595687" y="4081728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CA99D249-315F-D46C-4CF0-16D0977DEF9F}"/>
                </a:ext>
              </a:extLst>
            </p:cNvPr>
            <p:cNvGrpSpPr/>
            <p:nvPr/>
          </p:nvGrpSpPr>
          <p:grpSpPr>
            <a:xfrm>
              <a:off x="2864362" y="3967531"/>
              <a:ext cx="1832619" cy="415770"/>
              <a:chOff x="4201546" y="2733405"/>
              <a:chExt cx="1832619" cy="415770"/>
            </a:xfrm>
          </p:grpSpPr>
          <p:grpSp>
            <p:nvGrpSpPr>
              <p:cNvPr id="178" name="グループ化 177">
                <a:extLst>
                  <a:ext uri="{FF2B5EF4-FFF2-40B4-BE49-F238E27FC236}">
                    <a16:creationId xmlns:a16="http://schemas.microsoft.com/office/drawing/2014/main" id="{1CA5A0FF-2414-A825-F8CB-118CF8DD75F7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180" name="正方形/長方形 179">
                  <a:extLst>
                    <a:ext uri="{FF2B5EF4-FFF2-40B4-BE49-F238E27FC236}">
                      <a16:creationId xmlns:a16="http://schemas.microsoft.com/office/drawing/2014/main" id="{EADC9752-010C-2A81-D40B-D0291FDDC6D3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181" name="正方形/長方形 180">
                  <a:extLst>
                    <a:ext uri="{FF2B5EF4-FFF2-40B4-BE49-F238E27FC236}">
                      <a16:creationId xmlns:a16="http://schemas.microsoft.com/office/drawing/2014/main" id="{3CD78162-DE69-AF89-7239-C93AE50984FA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79" name="正方形/長方形 178">
                <a:extLst>
                  <a:ext uri="{FF2B5EF4-FFF2-40B4-BE49-F238E27FC236}">
                    <a16:creationId xmlns:a16="http://schemas.microsoft.com/office/drawing/2014/main" id="{EDDACE8B-00A7-AD6F-AF52-7B09EA0BE0CF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F4B89D5F-ADC9-B797-53D4-02D80AF358B9}"/>
                </a:ext>
              </a:extLst>
            </p:cNvPr>
            <p:cNvGrpSpPr/>
            <p:nvPr/>
          </p:nvGrpSpPr>
          <p:grpSpPr>
            <a:xfrm>
              <a:off x="4742800" y="3967531"/>
              <a:ext cx="1835533" cy="415770"/>
              <a:chOff x="4201546" y="3221115"/>
              <a:chExt cx="1835533" cy="415770"/>
            </a:xfrm>
          </p:grpSpPr>
          <p:sp>
            <p:nvSpPr>
              <p:cNvPr id="176" name="正方形/長方形 175">
                <a:extLst>
                  <a:ext uri="{FF2B5EF4-FFF2-40B4-BE49-F238E27FC236}">
                    <a16:creationId xmlns:a16="http://schemas.microsoft.com/office/drawing/2014/main" id="{0BA6DB0E-B4E3-3510-7432-FECA000AE879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177" name="正方形/長方形 176">
                <a:extLst>
                  <a:ext uri="{FF2B5EF4-FFF2-40B4-BE49-F238E27FC236}">
                    <a16:creationId xmlns:a16="http://schemas.microsoft.com/office/drawing/2014/main" id="{C6CC7B21-2ACF-DECC-1C53-D31513FD71C4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F6F55A50-AF4F-12FB-0C87-489B877388F6}"/>
                </a:ext>
              </a:extLst>
            </p:cNvPr>
            <p:cNvGrpSpPr/>
            <p:nvPr/>
          </p:nvGrpSpPr>
          <p:grpSpPr>
            <a:xfrm>
              <a:off x="6624152" y="3967531"/>
              <a:ext cx="1835533" cy="415770"/>
              <a:chOff x="4201546" y="3221115"/>
              <a:chExt cx="1835533" cy="415770"/>
            </a:xfrm>
          </p:grpSpPr>
          <p:sp>
            <p:nvSpPr>
              <p:cNvPr id="174" name="正方形/長方形 173">
                <a:extLst>
                  <a:ext uri="{FF2B5EF4-FFF2-40B4-BE49-F238E27FC236}">
                    <a16:creationId xmlns:a16="http://schemas.microsoft.com/office/drawing/2014/main" id="{E7F4783A-CD5F-34CD-9F15-7F16D7E6F63B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175" name="正方形/長方形 174">
                <a:extLst>
                  <a:ext uri="{FF2B5EF4-FFF2-40B4-BE49-F238E27FC236}">
                    <a16:creationId xmlns:a16="http://schemas.microsoft.com/office/drawing/2014/main" id="{26B61027-DBBB-A20E-3EF8-42386453585E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CB4E3B8D-5CED-AD66-7F90-170F15F0B476}"/>
                </a:ext>
              </a:extLst>
            </p:cNvPr>
            <p:cNvGrpSpPr/>
            <p:nvPr/>
          </p:nvGrpSpPr>
          <p:grpSpPr>
            <a:xfrm>
              <a:off x="8629329" y="3967531"/>
              <a:ext cx="1835533" cy="415770"/>
              <a:chOff x="4201546" y="3221115"/>
              <a:chExt cx="1835533" cy="415770"/>
            </a:xfrm>
          </p:grpSpPr>
          <p:sp>
            <p:nvSpPr>
              <p:cNvPr id="172" name="正方形/長方形 171">
                <a:extLst>
                  <a:ext uri="{FF2B5EF4-FFF2-40B4-BE49-F238E27FC236}">
                    <a16:creationId xmlns:a16="http://schemas.microsoft.com/office/drawing/2014/main" id="{1C1868B9-DD4B-43A5-9487-A91398E5E0E1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173" name="正方形/長方形 172">
                <a:extLst>
                  <a:ext uri="{FF2B5EF4-FFF2-40B4-BE49-F238E27FC236}">
                    <a16:creationId xmlns:a16="http://schemas.microsoft.com/office/drawing/2014/main" id="{84035417-36FA-44E7-2CC7-EC2A3CA632B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C487E7FB-642B-A447-03E0-D48C456F49CD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" y="4383300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E529BFEE-511E-571A-23AA-8532DEBD005E}"/>
                </a:ext>
              </a:extLst>
            </p:cNvPr>
            <p:cNvSpPr txBox="1"/>
            <p:nvPr/>
          </p:nvSpPr>
          <p:spPr>
            <a:xfrm>
              <a:off x="2679492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8D782CFA-03BD-6A1C-7D58-0475A3649F45}"/>
                </a:ext>
              </a:extLst>
            </p:cNvPr>
            <p:cNvSpPr txBox="1"/>
            <p:nvPr/>
          </p:nvSpPr>
          <p:spPr>
            <a:xfrm>
              <a:off x="4458219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6CB2868E-73FD-C187-8D30-90CA85F4CA0B}"/>
                </a:ext>
              </a:extLst>
            </p:cNvPr>
            <p:cNvSpPr txBox="1"/>
            <p:nvPr/>
          </p:nvSpPr>
          <p:spPr>
            <a:xfrm>
              <a:off x="6340361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▽</a:t>
              </a:r>
            </a:p>
          </p:txBody>
        </p: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614CA7B2-B2F2-A80B-2FE4-C139B274FDE7}"/>
                </a:ext>
              </a:extLst>
            </p:cNvPr>
            <p:cNvSpPr txBox="1"/>
            <p:nvPr/>
          </p:nvSpPr>
          <p:spPr>
            <a:xfrm>
              <a:off x="8226314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▽</a:t>
              </a:r>
            </a:p>
          </p:txBody>
        </p:sp>
        <p:sp>
          <p:nvSpPr>
            <p:cNvPr id="125" name="テキスト ボックス 124">
              <a:extLst>
                <a:ext uri="{FF2B5EF4-FFF2-40B4-BE49-F238E27FC236}">
                  <a16:creationId xmlns:a16="http://schemas.microsoft.com/office/drawing/2014/main" id="{196BBBAD-C9DF-590A-9073-95718DF195A3}"/>
                </a:ext>
              </a:extLst>
            </p:cNvPr>
            <p:cNvSpPr txBox="1"/>
            <p:nvPr/>
          </p:nvSpPr>
          <p:spPr>
            <a:xfrm>
              <a:off x="10234698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59EC47C4-2C25-A59A-3157-B65354C40CF1}"/>
                </a:ext>
              </a:extLst>
            </p:cNvPr>
            <p:cNvSpPr txBox="1"/>
            <p:nvPr/>
          </p:nvSpPr>
          <p:spPr>
            <a:xfrm>
              <a:off x="10755437" y="444155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7D151E73-E416-6485-EBCC-CDB4120E4638}"/>
                </a:ext>
              </a:extLst>
            </p:cNvPr>
            <p:cNvSpPr txBox="1"/>
            <p:nvPr/>
          </p:nvSpPr>
          <p:spPr>
            <a:xfrm>
              <a:off x="6344889" y="4645496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75000"/>
                    </a:schemeClr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△</a:t>
              </a:r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0608932C-AF6E-33B5-FE43-8A498CE3EAED}"/>
                </a:ext>
              </a:extLst>
            </p:cNvPr>
            <p:cNvSpPr txBox="1"/>
            <p:nvPr/>
          </p:nvSpPr>
          <p:spPr>
            <a:xfrm>
              <a:off x="841776" y="4441555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</a:p>
          </p:txBody>
        </p:sp>
        <p:sp>
          <p:nvSpPr>
            <p:cNvPr id="139" name="テキスト ボックス 138">
              <a:extLst>
                <a:ext uri="{FF2B5EF4-FFF2-40B4-BE49-F238E27FC236}">
                  <a16:creationId xmlns:a16="http://schemas.microsoft.com/office/drawing/2014/main" id="{5DD3A619-E227-3A35-9A8F-EEB78DF6BBE3}"/>
                </a:ext>
              </a:extLst>
            </p:cNvPr>
            <p:cNvSpPr txBox="1"/>
            <p:nvPr/>
          </p:nvSpPr>
          <p:spPr>
            <a:xfrm>
              <a:off x="841776" y="4645496"/>
              <a:ext cx="17893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vd_g_GpI2cMaIRQDmaRx</a:t>
              </a:r>
            </a:p>
          </p:txBody>
        </p:sp>
        <p:grpSp>
          <p:nvGrpSpPr>
            <p:cNvPr id="140" name="グループ化 139">
              <a:extLst>
                <a:ext uri="{FF2B5EF4-FFF2-40B4-BE49-F238E27FC236}">
                  <a16:creationId xmlns:a16="http://schemas.microsoft.com/office/drawing/2014/main" id="{25137FDD-D391-6ED7-95DF-E3C3CC442F4D}"/>
                </a:ext>
              </a:extLst>
            </p:cNvPr>
            <p:cNvGrpSpPr/>
            <p:nvPr/>
          </p:nvGrpSpPr>
          <p:grpSpPr>
            <a:xfrm>
              <a:off x="1455839" y="4897116"/>
              <a:ext cx="10117853" cy="209006"/>
              <a:chOff x="1455839" y="2791004"/>
              <a:chExt cx="10117853" cy="209006"/>
            </a:xfrm>
          </p:grpSpPr>
          <p:sp>
            <p:nvSpPr>
              <p:cNvPr id="151" name="六角形 150">
                <a:extLst>
                  <a:ext uri="{FF2B5EF4-FFF2-40B4-BE49-F238E27FC236}">
                    <a16:creationId xmlns:a16="http://schemas.microsoft.com/office/drawing/2014/main" id="{E0463FE7-902B-4ACA-1BE9-626B56AB9FA7}"/>
                  </a:ext>
                </a:extLst>
              </p:cNvPr>
              <p:cNvSpPr/>
              <p:nvPr/>
            </p:nvSpPr>
            <p:spPr>
              <a:xfrm>
                <a:off x="2168434" y="2791004"/>
                <a:ext cx="660343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2" name="六角形 151">
                <a:extLst>
                  <a:ext uri="{FF2B5EF4-FFF2-40B4-BE49-F238E27FC236}">
                    <a16:creationId xmlns:a16="http://schemas.microsoft.com/office/drawing/2014/main" id="{7EB1059C-9F3E-AAD8-D46D-A970B86A0754}"/>
                  </a:ext>
                </a:extLst>
              </p:cNvPr>
              <p:cNvSpPr/>
              <p:nvPr/>
            </p:nvSpPr>
            <p:spPr>
              <a:xfrm>
                <a:off x="2828777" y="2791004"/>
                <a:ext cx="5799119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3" name="六角形 152">
                <a:extLst>
                  <a:ext uri="{FF2B5EF4-FFF2-40B4-BE49-F238E27FC236}">
                    <a16:creationId xmlns:a16="http://schemas.microsoft.com/office/drawing/2014/main" id="{68174653-238F-095A-CD6A-B9A543A03DC3}"/>
                  </a:ext>
                </a:extLst>
              </p:cNvPr>
              <p:cNvSpPr/>
              <p:nvPr/>
            </p:nvSpPr>
            <p:spPr>
              <a:xfrm>
                <a:off x="10379101" y="2791004"/>
                <a:ext cx="518158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FIN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4" name="六角形 153">
                <a:extLst>
                  <a:ext uri="{FF2B5EF4-FFF2-40B4-BE49-F238E27FC236}">
                    <a16:creationId xmlns:a16="http://schemas.microsoft.com/office/drawing/2014/main" id="{5AC9A1D6-FD67-0316-B372-9A588182DE44}"/>
                  </a:ext>
                </a:extLst>
              </p:cNvPr>
              <p:cNvSpPr/>
              <p:nvPr/>
            </p:nvSpPr>
            <p:spPr>
              <a:xfrm>
                <a:off x="10897260" y="2791004"/>
                <a:ext cx="676432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5" name="六角形 154">
                <a:extLst>
                  <a:ext uri="{FF2B5EF4-FFF2-40B4-BE49-F238E27FC236}">
                    <a16:creationId xmlns:a16="http://schemas.microsoft.com/office/drawing/2014/main" id="{17695AF9-5F89-D2A3-4A96-ADC0D2324459}"/>
                  </a:ext>
                </a:extLst>
              </p:cNvPr>
              <p:cNvSpPr/>
              <p:nvPr/>
            </p:nvSpPr>
            <p:spPr>
              <a:xfrm>
                <a:off x="1455839" y="2791004"/>
                <a:ext cx="712594" cy="20900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bg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REQ</a:t>
                </a:r>
                <a:endParaRPr kumimoji="1" lang="ja-JP" altLang="en-US" sz="1000" dirty="0">
                  <a:solidFill>
                    <a:schemeClr val="bg2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6" name="六角形 155">
                <a:extLst>
                  <a:ext uri="{FF2B5EF4-FFF2-40B4-BE49-F238E27FC236}">
                    <a16:creationId xmlns:a16="http://schemas.microsoft.com/office/drawing/2014/main" id="{CB29FCD9-B87E-DF30-9861-79222FF565F8}"/>
                  </a:ext>
                </a:extLst>
              </p:cNvPr>
              <p:cNvSpPr/>
              <p:nvPr/>
            </p:nvSpPr>
            <p:spPr>
              <a:xfrm>
                <a:off x="8629329" y="2791004"/>
                <a:ext cx="1749771" cy="209006"/>
              </a:xfrm>
              <a:prstGeom prst="hexagon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RLA</a:t>
                </a:r>
                <a:endParaRPr kumimoji="1" lang="ja-JP" altLang="en-US" sz="10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49" name="テキスト ボックス 148">
              <a:extLst>
                <a:ext uri="{FF2B5EF4-FFF2-40B4-BE49-F238E27FC236}">
                  <a16:creationId xmlns:a16="http://schemas.microsoft.com/office/drawing/2014/main" id="{3E8185C9-1A14-E80F-875E-C24CCBF11B31}"/>
                </a:ext>
              </a:extLst>
            </p:cNvPr>
            <p:cNvSpPr txBox="1"/>
            <p:nvPr/>
          </p:nvSpPr>
          <p:spPr>
            <a:xfrm>
              <a:off x="8488014" y="4645496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2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▲</a:t>
              </a:r>
            </a:p>
          </p:txBody>
        </p:sp>
        <p:cxnSp>
          <p:nvCxnSpPr>
            <p:cNvPr id="150" name="直線矢印コネクタ 149">
              <a:extLst>
                <a:ext uri="{FF2B5EF4-FFF2-40B4-BE49-F238E27FC236}">
                  <a16:creationId xmlns:a16="http://schemas.microsoft.com/office/drawing/2014/main" id="{3421E352-7E8B-F1EF-B6A4-895419B6441C}"/>
                </a:ext>
              </a:extLst>
            </p:cNvPr>
            <p:cNvCxnSpPr>
              <a:cxnSpLocks/>
            </p:cNvCxnSpPr>
            <p:nvPr/>
          </p:nvCxnSpPr>
          <p:spPr>
            <a:xfrm>
              <a:off x="6566477" y="4765399"/>
              <a:ext cx="1950347" cy="0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A0BF90B9-9E9A-E9E9-F8FE-B604D535E7FA}"/>
              </a:ext>
            </a:extLst>
          </p:cNvPr>
          <p:cNvCxnSpPr>
            <a:cxnSpLocks/>
          </p:cNvCxnSpPr>
          <p:nvPr/>
        </p:nvCxnSpPr>
        <p:spPr>
          <a:xfrm>
            <a:off x="6490657" y="2763535"/>
            <a:ext cx="0" cy="479199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テキスト ボックス 192">
            <a:extLst>
              <a:ext uri="{FF2B5EF4-FFF2-40B4-BE49-F238E27FC236}">
                <a16:creationId xmlns:a16="http://schemas.microsoft.com/office/drawing/2014/main" id="{D30940D1-0D4C-ACF7-1C92-A31D7B7D4AEE}"/>
              </a:ext>
            </a:extLst>
          </p:cNvPr>
          <p:cNvSpPr txBox="1"/>
          <p:nvPr/>
        </p:nvSpPr>
        <p:spPr>
          <a:xfrm>
            <a:off x="2012693" y="3242734"/>
            <a:ext cx="4908712" cy="2744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データ転送エラーはこの時点の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転送完了割り込みで判定しない。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7560F741-D2A9-39DF-4BEC-10185CDFE1AA}"/>
              </a:ext>
            </a:extLst>
          </p:cNvPr>
          <p:cNvSpPr txBox="1"/>
          <p:nvPr/>
        </p:nvSpPr>
        <p:spPr>
          <a:xfrm>
            <a:off x="5677346" y="5053265"/>
            <a:ext cx="4908712" cy="10138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データ転送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転送完了割り込み直後の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受信割り込みで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転送エラーを判定する。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転送エラーとして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GP_I2C_MA_ERR_IRQ_UNK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を記録・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Application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へ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Ack-&gt;u4_cbf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にて通知する。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lvl="1"/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628650" lvl="1" indent="-171450">
              <a:buFont typeface="Wingdings" panose="05000000000000000000" pitchFamily="2" charset="2"/>
              <a:buChar char="Ø"/>
            </a:pP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cxnSp>
        <p:nvCxnSpPr>
          <p:cNvPr id="196" name="直線コネクタ 195">
            <a:extLst>
              <a:ext uri="{FF2B5EF4-FFF2-40B4-BE49-F238E27FC236}">
                <a16:creationId xmlns:a16="http://schemas.microsoft.com/office/drawing/2014/main" id="{E01721FB-FA91-0B05-D252-C10E0EBA3543}"/>
              </a:ext>
            </a:extLst>
          </p:cNvPr>
          <p:cNvCxnSpPr>
            <a:cxnSpLocks/>
          </p:cNvCxnSpPr>
          <p:nvPr/>
        </p:nvCxnSpPr>
        <p:spPr>
          <a:xfrm>
            <a:off x="8365996" y="2581664"/>
            <a:ext cx="0" cy="2471602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C55DD49C-70E9-7D4D-0E1B-B31224CE7BA8}"/>
              </a:ext>
            </a:extLst>
          </p:cNvPr>
          <p:cNvCxnSpPr>
            <a:cxnSpLocks/>
          </p:cNvCxnSpPr>
          <p:nvPr/>
        </p:nvCxnSpPr>
        <p:spPr>
          <a:xfrm>
            <a:off x="8623326" y="4509472"/>
            <a:ext cx="0" cy="543794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82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 Transition 12/12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C99AFE0-222F-0E49-43F4-F21CDF16937A}"/>
              </a:ext>
            </a:extLst>
          </p:cNvPr>
          <p:cNvGrpSpPr/>
          <p:nvPr/>
        </p:nvGrpSpPr>
        <p:grpSpPr>
          <a:xfrm>
            <a:off x="815649" y="1388242"/>
            <a:ext cx="10811663" cy="4042829"/>
            <a:chOff x="815649" y="1590607"/>
            <a:chExt cx="10811663" cy="4042829"/>
          </a:xfrm>
        </p:grpSpPr>
        <p:sp>
          <p:nvSpPr>
            <p:cNvPr id="42" name="六角形 41">
              <a:extLst>
                <a:ext uri="{FF2B5EF4-FFF2-40B4-BE49-F238E27FC236}">
                  <a16:creationId xmlns:a16="http://schemas.microsoft.com/office/drawing/2014/main" id="{D170C702-B31D-192B-65FA-9CA657197DF8}"/>
                </a:ext>
              </a:extLst>
            </p:cNvPr>
            <p:cNvSpPr/>
            <p:nvPr/>
          </p:nvSpPr>
          <p:spPr>
            <a:xfrm>
              <a:off x="2142307" y="4959448"/>
              <a:ext cx="65007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六角形 43">
              <a:extLst>
                <a:ext uri="{FF2B5EF4-FFF2-40B4-BE49-F238E27FC236}">
                  <a16:creationId xmlns:a16="http://schemas.microsoft.com/office/drawing/2014/main" id="{90B90637-6835-F0DB-0D3E-A6B01F0BC726}"/>
                </a:ext>
              </a:extLst>
            </p:cNvPr>
            <p:cNvSpPr/>
            <p:nvPr/>
          </p:nvSpPr>
          <p:spPr>
            <a:xfrm>
              <a:off x="2788528" y="4959448"/>
              <a:ext cx="5552106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六角形 45">
              <a:extLst>
                <a:ext uri="{FF2B5EF4-FFF2-40B4-BE49-F238E27FC236}">
                  <a16:creationId xmlns:a16="http://schemas.microsoft.com/office/drawing/2014/main" id="{1727E5CC-0D5C-ADAC-B89C-AFCBBD178ABD}"/>
                </a:ext>
              </a:extLst>
            </p:cNvPr>
            <p:cNvSpPr/>
            <p:nvPr/>
          </p:nvSpPr>
          <p:spPr>
            <a:xfrm>
              <a:off x="10222583" y="4959448"/>
              <a:ext cx="553685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六角形 47">
              <a:extLst>
                <a:ext uri="{FF2B5EF4-FFF2-40B4-BE49-F238E27FC236}">
                  <a16:creationId xmlns:a16="http://schemas.microsoft.com/office/drawing/2014/main" id="{9E682539-310D-2251-6B4E-54A9EE12F87C}"/>
                </a:ext>
              </a:extLst>
            </p:cNvPr>
            <p:cNvSpPr/>
            <p:nvPr/>
          </p:nvSpPr>
          <p:spPr>
            <a:xfrm>
              <a:off x="1429712" y="4959448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2F3C4A0-7F75-D4B7-3A10-02307A2C4A9B}"/>
                </a:ext>
              </a:extLst>
            </p:cNvPr>
            <p:cNvSpPr/>
            <p:nvPr/>
          </p:nvSpPr>
          <p:spPr>
            <a:xfrm rot="16200000">
              <a:off x="2490843" y="4144059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1B3317DF-B118-EB71-0EF2-DF0317DFCC8B}"/>
                </a:ext>
              </a:extLst>
            </p:cNvPr>
            <p:cNvSpPr/>
            <p:nvPr/>
          </p:nvSpPr>
          <p:spPr>
            <a:xfrm rot="16200000">
              <a:off x="10472407" y="4144060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9C31B778-E93D-CE06-87F3-281E297298DB}"/>
                </a:ext>
              </a:extLst>
            </p:cNvPr>
            <p:cNvGrpSpPr/>
            <p:nvPr/>
          </p:nvGrpSpPr>
          <p:grpSpPr>
            <a:xfrm>
              <a:off x="2838235" y="4029863"/>
              <a:ext cx="1832619" cy="415770"/>
              <a:chOff x="4201546" y="2733405"/>
              <a:chExt cx="1832619" cy="415770"/>
            </a:xfrm>
          </p:grpSpPr>
          <p:grpSp>
            <p:nvGrpSpPr>
              <p:cNvPr id="82" name="グループ化 81">
                <a:extLst>
                  <a:ext uri="{FF2B5EF4-FFF2-40B4-BE49-F238E27FC236}">
                    <a16:creationId xmlns:a16="http://schemas.microsoft.com/office/drawing/2014/main" id="{C507A9AA-D2CA-2E07-86BC-15B86B8712E2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D4AD2360-E126-F3B0-7A53-D8CDF26595C3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3859C5CD-B8C6-1033-172F-04CDDD0E036A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54CAB09B-0208-5277-EE26-FF85A715C0A4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39746DE7-2523-0A8D-0FCD-97668E75D5C0}"/>
                </a:ext>
              </a:extLst>
            </p:cNvPr>
            <p:cNvGrpSpPr/>
            <p:nvPr/>
          </p:nvGrpSpPr>
          <p:grpSpPr>
            <a:xfrm>
              <a:off x="4716673" y="4029863"/>
              <a:ext cx="1835533" cy="415770"/>
              <a:chOff x="4201546" y="3221115"/>
              <a:chExt cx="1835533" cy="415770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CF7C5DD-DE24-4BA5-E0F7-E0BABEC78156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FE6FF25A-5DB2-875F-13B0-CD2F1D555552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EB87507A-5538-84FE-5B04-EEF6594B7049}"/>
                </a:ext>
              </a:extLst>
            </p:cNvPr>
            <p:cNvGrpSpPr/>
            <p:nvPr/>
          </p:nvGrpSpPr>
          <p:grpSpPr>
            <a:xfrm>
              <a:off x="6598025" y="4029863"/>
              <a:ext cx="1835533" cy="415770"/>
              <a:chOff x="4201546" y="3221115"/>
              <a:chExt cx="1835533" cy="415770"/>
            </a:xfrm>
          </p:grpSpPr>
          <p:sp>
            <p:nvSpPr>
              <p:cNvPr id="90" name="正方形/長方形 89">
                <a:extLst>
                  <a:ext uri="{FF2B5EF4-FFF2-40B4-BE49-F238E27FC236}">
                    <a16:creationId xmlns:a16="http://schemas.microsoft.com/office/drawing/2014/main" id="{89CD47C5-4DF8-4A22-3C71-7A61E7DB9B15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0208BA9F-0F20-E04D-C442-BEBA8A2B74A0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576F0ECB-95EE-6822-A4E3-44A9FC783D53}"/>
                </a:ext>
              </a:extLst>
            </p:cNvPr>
            <p:cNvGrpSpPr/>
            <p:nvPr/>
          </p:nvGrpSpPr>
          <p:grpSpPr>
            <a:xfrm>
              <a:off x="8479377" y="4029863"/>
              <a:ext cx="1835533" cy="415770"/>
              <a:chOff x="4201546" y="3221115"/>
              <a:chExt cx="1835533" cy="415770"/>
            </a:xfrm>
          </p:grpSpPr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9DAE4861-8E94-9D09-A015-1AE40384D454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1BB7F6F8-F6C4-3E8E-87FD-A38AE122D92C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NAK</a:t>
                </a:r>
                <a:endParaRPr kumimoji="1" lang="ja-JP" altLang="en-US" sz="800" dirty="0">
                  <a:solidFill>
                    <a:srgbClr val="FF0000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EB16D6D4-9FC6-74F2-C0B6-127F8C8141E3}"/>
                </a:ext>
              </a:extLst>
            </p:cNvPr>
            <p:cNvSpPr txBox="1"/>
            <p:nvPr/>
          </p:nvSpPr>
          <p:spPr>
            <a:xfrm>
              <a:off x="815649" y="4663907"/>
              <a:ext cx="16225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066A8214-28FD-C62C-0307-1A50576C6E13}"/>
                </a:ext>
              </a:extLst>
            </p:cNvPr>
            <p:cNvSpPr txBox="1"/>
            <p:nvPr/>
          </p:nvSpPr>
          <p:spPr>
            <a:xfrm>
              <a:off x="2648602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75CABD03-3553-5E99-63AF-06A1EF95A1BC}"/>
                </a:ext>
              </a:extLst>
            </p:cNvPr>
            <p:cNvSpPr txBox="1"/>
            <p:nvPr/>
          </p:nvSpPr>
          <p:spPr>
            <a:xfrm>
              <a:off x="4424335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0A710F6B-3C31-1804-3A51-FADC9675A38F}"/>
                </a:ext>
              </a:extLst>
            </p:cNvPr>
            <p:cNvSpPr txBox="1"/>
            <p:nvPr/>
          </p:nvSpPr>
          <p:spPr>
            <a:xfrm>
              <a:off x="6316003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2C684617-1ED4-D602-0E90-79C61F485CC5}"/>
                </a:ext>
              </a:extLst>
            </p:cNvPr>
            <p:cNvSpPr txBox="1"/>
            <p:nvPr/>
          </p:nvSpPr>
          <p:spPr>
            <a:xfrm>
              <a:off x="8193791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77868EC4-2D45-5ED8-2A0E-A58144EFEE27}"/>
                </a:ext>
              </a:extLst>
            </p:cNvPr>
            <p:cNvSpPr txBox="1"/>
            <p:nvPr/>
          </p:nvSpPr>
          <p:spPr>
            <a:xfrm>
              <a:off x="10078890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5E8FF8BD-223B-ABE7-AD7D-914059EB1D8E}"/>
                </a:ext>
              </a:extLst>
            </p:cNvPr>
            <p:cNvSpPr txBox="1"/>
            <p:nvPr/>
          </p:nvSpPr>
          <p:spPr>
            <a:xfrm>
              <a:off x="10629431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BD931F87-C3CE-3D88-6E5C-6CD60CCF9233}"/>
                </a:ext>
              </a:extLst>
            </p:cNvPr>
            <p:cNvSpPr/>
            <p:nvPr/>
          </p:nvSpPr>
          <p:spPr>
            <a:xfrm rot="16200000">
              <a:off x="2490843" y="2184620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657AE02-0098-C65D-9828-C0F987C8F909}"/>
                </a:ext>
              </a:extLst>
            </p:cNvPr>
            <p:cNvSpPr/>
            <p:nvPr/>
          </p:nvSpPr>
          <p:spPr>
            <a:xfrm rot="16200000">
              <a:off x="10514185" y="2184621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Stop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0F101356-C519-6678-8174-0328242BE048}"/>
                </a:ext>
              </a:extLst>
            </p:cNvPr>
            <p:cNvGrpSpPr/>
            <p:nvPr/>
          </p:nvGrpSpPr>
          <p:grpSpPr>
            <a:xfrm>
              <a:off x="2838235" y="1604778"/>
              <a:ext cx="1622548" cy="415770"/>
              <a:chOff x="4201546" y="2258721"/>
              <a:chExt cx="1622548" cy="415772"/>
            </a:xfrm>
            <a:solidFill>
              <a:schemeClr val="bg1">
                <a:lumMod val="65000"/>
              </a:schemeClr>
            </a:solidFill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BC532C3F-98C8-4EF5-F7B9-2175BC21D241}"/>
                  </a:ext>
                </a:extLst>
              </p:cNvPr>
              <p:cNvSpPr/>
              <p:nvPr/>
            </p:nvSpPr>
            <p:spPr>
              <a:xfrm rot="16200000">
                <a:off x="408734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7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8B88692A-1DD0-9344-DAA4-541369C7301F}"/>
                  </a:ext>
                </a:extLst>
              </p:cNvPr>
              <p:cNvSpPr/>
              <p:nvPr/>
            </p:nvSpPr>
            <p:spPr>
              <a:xfrm rot="16200000">
                <a:off x="429237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6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62D4FA74-8792-FB49-E7E4-3E3DDBB9E126}"/>
                  </a:ext>
                </a:extLst>
              </p:cNvPr>
              <p:cNvSpPr/>
              <p:nvPr/>
            </p:nvSpPr>
            <p:spPr>
              <a:xfrm rot="16200000">
                <a:off x="4497397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5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3FBC8E99-8C1E-020C-E5D6-ACED9F6C6BE6}"/>
                  </a:ext>
                </a:extLst>
              </p:cNvPr>
              <p:cNvSpPr/>
              <p:nvPr/>
            </p:nvSpPr>
            <p:spPr>
              <a:xfrm rot="16200000">
                <a:off x="4702421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4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F42A41FF-6E1D-DCB7-925D-793F9DFA73E3}"/>
                  </a:ext>
                </a:extLst>
              </p:cNvPr>
              <p:cNvSpPr/>
              <p:nvPr/>
            </p:nvSpPr>
            <p:spPr>
              <a:xfrm rot="16200000">
                <a:off x="4907445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3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D8ABCBB-37BD-928C-8C55-C6246171A5B1}"/>
                  </a:ext>
                </a:extLst>
              </p:cNvPr>
              <p:cNvSpPr/>
              <p:nvPr/>
            </p:nvSpPr>
            <p:spPr>
              <a:xfrm rot="16200000">
                <a:off x="5112469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2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A633295F-950C-6E38-881E-DE07051D2393}"/>
                  </a:ext>
                </a:extLst>
              </p:cNvPr>
              <p:cNvSpPr/>
              <p:nvPr/>
            </p:nvSpPr>
            <p:spPr>
              <a:xfrm rot="16200000">
                <a:off x="5317493" y="2372919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1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4FEE9D89-005D-E90D-B064-39FF5DEE42CC}"/>
                  </a:ext>
                </a:extLst>
              </p:cNvPr>
              <p:cNvSpPr/>
              <p:nvPr/>
            </p:nvSpPr>
            <p:spPr>
              <a:xfrm rot="16200000">
                <a:off x="5522520" y="2372918"/>
                <a:ext cx="415771" cy="1873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Bit 0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1084E40-A35E-1402-924A-D0771A82B349}"/>
                </a:ext>
              </a:extLst>
            </p:cNvPr>
            <p:cNvGrpSpPr/>
            <p:nvPr/>
          </p:nvGrpSpPr>
          <p:grpSpPr>
            <a:xfrm>
              <a:off x="2838235" y="2070424"/>
              <a:ext cx="1832619" cy="415770"/>
              <a:chOff x="4201546" y="2733405"/>
              <a:chExt cx="1832619" cy="415770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7B064011-6FEA-93AC-A36C-FDA524192DF3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9BC02417-2EF8-7E0D-CD81-0C357409FDF7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186166F7-BF06-CE07-47D4-61B3A6DD904E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W(0)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036052BD-9D7F-7D37-5226-905587D10CF3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37A60A16-439A-FF08-E120-60ED199117A0}"/>
                </a:ext>
              </a:extLst>
            </p:cNvPr>
            <p:cNvGrpSpPr/>
            <p:nvPr/>
          </p:nvGrpSpPr>
          <p:grpSpPr>
            <a:xfrm>
              <a:off x="4716673" y="2070424"/>
              <a:ext cx="1835533" cy="415770"/>
              <a:chOff x="4201546" y="3221115"/>
              <a:chExt cx="1835533" cy="415770"/>
            </a:xfrm>
          </p:grpSpPr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BC13F39D-00D6-092A-8850-7F065BA1A7AF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Byte#1/Data#0</a:t>
                </a: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847A1A27-31AB-D4F9-4C20-2D88EEDE3840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02B2972C-E64A-DE78-FCAE-AD3D4FD52B8B}"/>
                </a:ext>
              </a:extLst>
            </p:cNvPr>
            <p:cNvGrpSpPr/>
            <p:nvPr/>
          </p:nvGrpSpPr>
          <p:grpSpPr>
            <a:xfrm>
              <a:off x="6598025" y="2070424"/>
              <a:ext cx="1835533" cy="415770"/>
              <a:chOff x="4201546" y="3221115"/>
              <a:chExt cx="1835533" cy="415770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D5EBAF38-A5E0-05AD-7B9D-6F1C568B6423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Byte#2/Data#1</a:t>
                </a:r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DA69948D-8615-64ED-0ECD-D417D9BFA867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314C74AC-2F91-246D-E527-698AE5077F5A}"/>
                </a:ext>
              </a:extLst>
            </p:cNvPr>
            <p:cNvGrpSpPr/>
            <p:nvPr/>
          </p:nvGrpSpPr>
          <p:grpSpPr>
            <a:xfrm>
              <a:off x="8479377" y="2070424"/>
              <a:ext cx="1835533" cy="415770"/>
              <a:chOff x="4201546" y="3221115"/>
              <a:chExt cx="1835533" cy="415770"/>
            </a:xfrm>
          </p:grpSpPr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C80B3635-CD55-39AA-93C0-AC9E54011366}"/>
                  </a:ext>
                </a:extLst>
              </p:cNvPr>
              <p:cNvSpPr/>
              <p:nvPr/>
            </p:nvSpPr>
            <p:spPr>
              <a:xfrm>
                <a:off x="4201546" y="3221115"/>
                <a:ext cx="1622548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Byte#3/Data#2</a:t>
                </a: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1DCA0C81-962E-C6B8-17F5-25D07D4773E3}"/>
                  </a:ext>
                </a:extLst>
              </p:cNvPr>
              <p:cNvSpPr/>
              <p:nvPr/>
            </p:nvSpPr>
            <p:spPr>
              <a:xfrm rot="16200000">
                <a:off x="5735506" y="3335311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8841471-86EC-1FDF-E5F5-0E6961FAB0D3}"/>
                </a:ext>
              </a:extLst>
            </p:cNvPr>
            <p:cNvSpPr txBox="1"/>
            <p:nvPr/>
          </p:nvSpPr>
          <p:spPr>
            <a:xfrm>
              <a:off x="815649" y="2704468"/>
              <a:ext cx="16225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六角形 28">
              <a:extLst>
                <a:ext uri="{FF2B5EF4-FFF2-40B4-BE49-F238E27FC236}">
                  <a16:creationId xmlns:a16="http://schemas.microsoft.com/office/drawing/2014/main" id="{95AA2C63-5F74-C774-6188-DCA39DFBE61B}"/>
                </a:ext>
              </a:extLst>
            </p:cNvPr>
            <p:cNvSpPr/>
            <p:nvPr/>
          </p:nvSpPr>
          <p:spPr>
            <a:xfrm>
              <a:off x="2142307" y="3000009"/>
              <a:ext cx="646221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0" name="六角形 29">
              <a:extLst>
                <a:ext uri="{FF2B5EF4-FFF2-40B4-BE49-F238E27FC236}">
                  <a16:creationId xmlns:a16="http://schemas.microsoft.com/office/drawing/2014/main" id="{C91F99DF-F764-5708-A9A3-F0F44A6CD669}"/>
                </a:ext>
              </a:extLst>
            </p:cNvPr>
            <p:cNvSpPr/>
            <p:nvPr/>
          </p:nvSpPr>
          <p:spPr>
            <a:xfrm>
              <a:off x="2788528" y="3000009"/>
              <a:ext cx="403028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WRI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" name="六角形 30">
              <a:extLst>
                <a:ext uri="{FF2B5EF4-FFF2-40B4-BE49-F238E27FC236}">
                  <a16:creationId xmlns:a16="http://schemas.microsoft.com/office/drawing/2014/main" id="{6661AC96-18FB-C319-ECDE-90B59B7E9662}"/>
                </a:ext>
              </a:extLst>
            </p:cNvPr>
            <p:cNvSpPr/>
            <p:nvPr/>
          </p:nvSpPr>
          <p:spPr>
            <a:xfrm>
              <a:off x="6818810" y="3000009"/>
              <a:ext cx="3403868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2" name="六角形 31">
              <a:extLst>
                <a:ext uri="{FF2B5EF4-FFF2-40B4-BE49-F238E27FC236}">
                  <a16:creationId xmlns:a16="http://schemas.microsoft.com/office/drawing/2014/main" id="{CCB483B2-4674-08E3-5D50-63E68F70A8DA}"/>
                </a:ext>
              </a:extLst>
            </p:cNvPr>
            <p:cNvSpPr/>
            <p:nvPr/>
          </p:nvSpPr>
          <p:spPr>
            <a:xfrm>
              <a:off x="10222679" y="3000009"/>
              <a:ext cx="594228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FIN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" name="六角形 33">
              <a:extLst>
                <a:ext uri="{FF2B5EF4-FFF2-40B4-BE49-F238E27FC236}">
                  <a16:creationId xmlns:a16="http://schemas.microsoft.com/office/drawing/2014/main" id="{3F21B862-0A70-498E-F761-32B06BDAE32D}"/>
                </a:ext>
              </a:extLst>
            </p:cNvPr>
            <p:cNvSpPr/>
            <p:nvPr/>
          </p:nvSpPr>
          <p:spPr>
            <a:xfrm>
              <a:off x="1429712" y="3000009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59DA13D5-D91E-7AAD-8943-A8843414F224}"/>
                </a:ext>
              </a:extLst>
            </p:cNvPr>
            <p:cNvSpPr txBox="1"/>
            <p:nvPr/>
          </p:nvSpPr>
          <p:spPr>
            <a:xfrm>
              <a:off x="2643839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1AFE49A-92E4-F09A-535D-F4DAE2A897B3}"/>
                </a:ext>
              </a:extLst>
            </p:cNvPr>
            <p:cNvSpPr txBox="1"/>
            <p:nvPr/>
          </p:nvSpPr>
          <p:spPr>
            <a:xfrm>
              <a:off x="3075732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D61EE7CE-4B2B-7C65-41CF-5F30582BDACB}"/>
                </a:ext>
              </a:extLst>
            </p:cNvPr>
            <p:cNvSpPr txBox="1"/>
            <p:nvPr/>
          </p:nvSpPr>
          <p:spPr>
            <a:xfrm>
              <a:off x="4813094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21D0623-C6E0-9822-7E7F-7CAB9D908580}"/>
                </a:ext>
              </a:extLst>
            </p:cNvPr>
            <p:cNvSpPr txBox="1"/>
            <p:nvPr/>
          </p:nvSpPr>
          <p:spPr>
            <a:xfrm>
              <a:off x="6672377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■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F40297C4-F8FA-C6A4-593A-FB6C0CEA2ED1}"/>
                </a:ext>
              </a:extLst>
            </p:cNvPr>
            <p:cNvSpPr txBox="1"/>
            <p:nvPr/>
          </p:nvSpPr>
          <p:spPr>
            <a:xfrm>
              <a:off x="10084746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◇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E521A587-9E86-0156-7FC2-148080B25404}"/>
                </a:ext>
              </a:extLst>
            </p:cNvPr>
            <p:cNvSpPr txBox="1"/>
            <p:nvPr/>
          </p:nvSpPr>
          <p:spPr>
            <a:xfrm>
              <a:off x="10666445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430004D8-0C71-5146-7C5D-BECE8A7EA4AB}"/>
                </a:ext>
              </a:extLst>
            </p:cNvPr>
            <p:cNvSpPr txBox="1"/>
            <p:nvPr/>
          </p:nvSpPr>
          <p:spPr>
            <a:xfrm>
              <a:off x="8557787" y="2726235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solidFill>
                    <a:schemeClr val="bg1">
                      <a:lumMod val="6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□</a:t>
              </a:r>
            </a:p>
          </p:txBody>
        </p:sp>
        <p:sp>
          <p:nvSpPr>
            <p:cNvPr id="50" name="六角形 49">
              <a:extLst>
                <a:ext uri="{FF2B5EF4-FFF2-40B4-BE49-F238E27FC236}">
                  <a16:creationId xmlns:a16="http://schemas.microsoft.com/office/drawing/2014/main" id="{7710CEAA-FBF3-0B67-F0F6-88AE215F2944}"/>
                </a:ext>
              </a:extLst>
            </p:cNvPr>
            <p:cNvSpPr/>
            <p:nvPr/>
          </p:nvSpPr>
          <p:spPr>
            <a:xfrm>
              <a:off x="10816907" y="2998590"/>
              <a:ext cx="660343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1" name="六角形 50">
              <a:extLst>
                <a:ext uri="{FF2B5EF4-FFF2-40B4-BE49-F238E27FC236}">
                  <a16:creationId xmlns:a16="http://schemas.microsoft.com/office/drawing/2014/main" id="{07940B35-ACD9-93F4-05CE-FB5C8EAA4486}"/>
                </a:ext>
              </a:extLst>
            </p:cNvPr>
            <p:cNvSpPr/>
            <p:nvPr/>
          </p:nvSpPr>
          <p:spPr>
            <a:xfrm>
              <a:off x="10780125" y="4959448"/>
              <a:ext cx="631842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5BC3B7E-80BC-9CC7-11F7-6CA82C1C1CCF}"/>
                </a:ext>
              </a:extLst>
            </p:cNvPr>
            <p:cNvSpPr/>
            <p:nvPr/>
          </p:nvSpPr>
          <p:spPr>
            <a:xfrm rot="16200000">
              <a:off x="11170862" y="2183201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D3D29360-4699-2F1E-95F9-64E47B57086F}"/>
                </a:ext>
              </a:extLst>
            </p:cNvPr>
            <p:cNvSpPr/>
            <p:nvPr/>
          </p:nvSpPr>
          <p:spPr>
            <a:xfrm rot="16200000">
              <a:off x="11113698" y="4144058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B896D640-3414-E612-E661-272CB7A93FE4}"/>
                </a:ext>
              </a:extLst>
            </p:cNvPr>
            <p:cNvSpPr txBox="1"/>
            <p:nvPr/>
          </p:nvSpPr>
          <p:spPr>
            <a:xfrm>
              <a:off x="11323947" y="2704468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2542E63D-6C4A-E7F8-AB45-104B762A119A}"/>
                </a:ext>
              </a:extLst>
            </p:cNvPr>
            <p:cNvSpPr txBox="1"/>
            <p:nvPr/>
          </p:nvSpPr>
          <p:spPr>
            <a:xfrm>
              <a:off x="11269109" y="4663907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</a:p>
          </p:txBody>
        </p:sp>
        <p:cxnSp>
          <p:nvCxnSpPr>
            <p:cNvPr id="62" name="コネクタ: カギ線 61">
              <a:extLst>
                <a:ext uri="{FF2B5EF4-FFF2-40B4-BE49-F238E27FC236}">
                  <a16:creationId xmlns:a16="http://schemas.microsoft.com/office/drawing/2014/main" id="{6610A30B-23A2-1DAE-BBA1-1BEEA6F5A472}"/>
                </a:ext>
              </a:extLst>
            </p:cNvPr>
            <p:cNvCxnSpPr>
              <a:cxnSpLocks/>
              <a:stCxn id="58" idx="2"/>
              <a:endCxn id="30" idx="2"/>
            </p:cNvCxnSpPr>
            <p:nvPr/>
          </p:nvCxnSpPr>
          <p:spPr>
            <a:xfrm rot="5400000">
              <a:off x="7025828" y="-1234359"/>
              <a:ext cx="258326" cy="8628422"/>
            </a:xfrm>
            <a:prstGeom prst="bentConnector3">
              <a:avLst>
                <a:gd name="adj1" fmla="val 188493"/>
              </a:avLst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コネクタ: カギ線 67">
              <a:extLst>
                <a:ext uri="{FF2B5EF4-FFF2-40B4-BE49-F238E27FC236}">
                  <a16:creationId xmlns:a16="http://schemas.microsoft.com/office/drawing/2014/main" id="{DE95B674-8B47-F51E-AC09-5BEC64EE8FA7}"/>
                </a:ext>
              </a:extLst>
            </p:cNvPr>
            <p:cNvCxnSpPr>
              <a:cxnSpLocks/>
              <a:stCxn id="59" idx="2"/>
              <a:endCxn id="44" idx="2"/>
            </p:cNvCxnSpPr>
            <p:nvPr/>
          </p:nvCxnSpPr>
          <p:spPr>
            <a:xfrm rot="5400000">
              <a:off x="6998409" y="752499"/>
              <a:ext cx="258326" cy="8573584"/>
            </a:xfrm>
            <a:prstGeom prst="bentConnector3">
              <a:avLst>
                <a:gd name="adj1" fmla="val 188493"/>
              </a:avLst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5DB680F3-263B-14F4-2605-955CD3F8CE61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" y="4445632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E7365C0D-2017-26AE-CEE7-4FDA45B538EB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" y="2486193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AE332986-3B9B-10C3-CA79-44DA5CD5B920}"/>
                </a:ext>
              </a:extLst>
            </p:cNvPr>
            <p:cNvSpPr txBox="1"/>
            <p:nvPr/>
          </p:nvSpPr>
          <p:spPr>
            <a:xfrm>
              <a:off x="4569590" y="3447616"/>
              <a:ext cx="5347852" cy="2278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noAutofit/>
            </a:bodyPr>
            <a:lstStyle/>
            <a:p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Queue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に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Push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されている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PDU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送受信要求をすべて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pop/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送受信完了するまで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Loop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実行</a:t>
              </a:r>
            </a:p>
            <a:p>
              <a:endPara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1B8F6509-23AF-41DE-0F26-8D171D94DDBB}"/>
                </a:ext>
              </a:extLst>
            </p:cNvPr>
            <p:cNvSpPr txBox="1"/>
            <p:nvPr/>
          </p:nvSpPr>
          <p:spPr>
            <a:xfrm>
              <a:off x="4460783" y="5405582"/>
              <a:ext cx="5347852" cy="2278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noAutofit/>
            </a:bodyPr>
            <a:lstStyle/>
            <a:p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Queue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に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Push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されている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PDU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送受信要求をすべて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pop/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送受信完了するまで</a:t>
              </a:r>
              <a:r>
                <a:rPr lang="en-US" altLang="ja-JP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Loop</a:t>
              </a:r>
              <a:r>
                <a:rPr lang="ja-JP" altLang="en-US" sz="1000" dirty="0">
                  <a:latin typeface="Courier New" panose="02070309020205020404" pitchFamily="49" charset="0"/>
                  <a:ea typeface="HG丸ｺﾞｼｯｸM-PRO" panose="020F0600000000000000" pitchFamily="50" charset="-128"/>
                  <a:cs typeface="Courier New" panose="02070309020205020404" pitchFamily="49" charset="0"/>
                </a:rPr>
                <a:t>実行</a:t>
              </a:r>
            </a:p>
            <a:p>
              <a:endPara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endParaRPr>
            </a:p>
          </p:txBody>
        </p:sp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E49B1EDE-8E72-AED8-BE1C-58927A3725D2}"/>
                </a:ext>
              </a:extLst>
            </p:cNvPr>
            <p:cNvGrpSpPr/>
            <p:nvPr/>
          </p:nvGrpSpPr>
          <p:grpSpPr>
            <a:xfrm>
              <a:off x="1037604" y="1590607"/>
              <a:ext cx="660024" cy="670778"/>
              <a:chOff x="9316778" y="536265"/>
              <a:chExt cx="660024" cy="670778"/>
            </a:xfrm>
          </p:grpSpPr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71295E4E-9FE5-B20C-36BA-D6D4BD7AA075}"/>
                  </a:ext>
                </a:extLst>
              </p:cNvPr>
              <p:cNvSpPr/>
              <p:nvPr/>
            </p:nvSpPr>
            <p:spPr>
              <a:xfrm rot="16200000">
                <a:off x="9132797" y="721178"/>
                <a:ext cx="669846" cy="3018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Master</a:t>
                </a:r>
                <a:r>
                  <a: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C65ED221-E58C-A4F8-3CE3-90550D156AD1}"/>
                  </a:ext>
                </a:extLst>
              </p:cNvPr>
              <p:cNvSpPr/>
              <p:nvPr/>
            </p:nvSpPr>
            <p:spPr>
              <a:xfrm rot="16200000">
                <a:off x="9490938" y="720246"/>
                <a:ext cx="669846" cy="30188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Slave</a:t>
                </a:r>
                <a:r>
                  <a:rPr kumimoji="1" lang="ja-JP" altLang="en-US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1" lang="en-US" altLang="ja-JP" sz="800" dirty="0">
                    <a:solidFill>
                      <a:schemeClr val="bg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Tx</a:t>
                </a:r>
                <a:endPara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9" name="六角形 48">
              <a:extLst>
                <a:ext uri="{FF2B5EF4-FFF2-40B4-BE49-F238E27FC236}">
                  <a16:creationId xmlns:a16="http://schemas.microsoft.com/office/drawing/2014/main" id="{0FDD47E1-2AB1-3E4F-CFE6-FA60103251E2}"/>
                </a:ext>
              </a:extLst>
            </p:cNvPr>
            <p:cNvSpPr/>
            <p:nvPr/>
          </p:nvSpPr>
          <p:spPr>
            <a:xfrm>
              <a:off x="8340633" y="4959448"/>
              <a:ext cx="1881950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RLA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02B084E-2CC2-E7A2-E2D1-3885EDE5C143}"/>
              </a:ext>
            </a:extLst>
          </p:cNvPr>
          <p:cNvSpPr txBox="1"/>
          <p:nvPr/>
        </p:nvSpPr>
        <p:spPr>
          <a:xfrm>
            <a:off x="737218" y="790835"/>
            <a:ext cx="9686241" cy="32791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Read/Write</a:t>
            </a:r>
            <a:r>
              <a:rPr lang="ja-JP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without DMA -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Request &gt; 1, Read Rx/Write Tx Count = 4</a:t>
            </a:r>
            <a:endParaRPr kumimoji="1" lang="ja-JP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0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 Bus Deadlock Detection - Frame Timeout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752520-F3B0-0DA5-E8A7-90F4C6B368F6}"/>
              </a:ext>
            </a:extLst>
          </p:cNvPr>
          <p:cNvSpPr/>
          <p:nvPr/>
        </p:nvSpPr>
        <p:spPr>
          <a:xfrm rot="16200000">
            <a:off x="2516970" y="1339888"/>
            <a:ext cx="415769" cy="187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</a:t>
            </a:r>
            <a:endParaRPr kumimoji="1" lang="ja-JP" altLang="en-US" sz="8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8D896A6-BAFD-2F5F-C710-A59822F3BA38}"/>
              </a:ext>
            </a:extLst>
          </p:cNvPr>
          <p:cNvGrpSpPr/>
          <p:nvPr/>
        </p:nvGrpSpPr>
        <p:grpSpPr>
          <a:xfrm>
            <a:off x="2864362" y="760046"/>
            <a:ext cx="1622548" cy="415770"/>
            <a:chOff x="4201546" y="2258721"/>
            <a:chExt cx="1622548" cy="415772"/>
          </a:xfrm>
          <a:solidFill>
            <a:schemeClr val="bg1">
              <a:lumMod val="65000"/>
            </a:schemeClr>
          </a:solidFill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7DB87F6-209A-825B-A31E-CD8B3A591559}"/>
                </a:ext>
              </a:extLst>
            </p:cNvPr>
            <p:cNvSpPr/>
            <p:nvPr/>
          </p:nvSpPr>
          <p:spPr>
            <a:xfrm rot="16200000">
              <a:off x="408734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7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4E59C06-11B0-CA68-8415-9BCC427E4469}"/>
                </a:ext>
              </a:extLst>
            </p:cNvPr>
            <p:cNvSpPr/>
            <p:nvPr/>
          </p:nvSpPr>
          <p:spPr>
            <a:xfrm rot="16200000">
              <a:off x="429237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6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C8F636B-EF70-C60B-E6B4-D6A1DCAA26CD}"/>
                </a:ext>
              </a:extLst>
            </p:cNvPr>
            <p:cNvSpPr/>
            <p:nvPr/>
          </p:nvSpPr>
          <p:spPr>
            <a:xfrm rot="16200000">
              <a:off x="4497397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5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F52FAF5-BD00-8427-7226-EB423882CC67}"/>
                </a:ext>
              </a:extLst>
            </p:cNvPr>
            <p:cNvSpPr/>
            <p:nvPr/>
          </p:nvSpPr>
          <p:spPr>
            <a:xfrm rot="16200000">
              <a:off x="4702421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4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94318A-C938-BC54-B212-C406FA21A7FE}"/>
                </a:ext>
              </a:extLst>
            </p:cNvPr>
            <p:cNvSpPr/>
            <p:nvPr/>
          </p:nvSpPr>
          <p:spPr>
            <a:xfrm rot="16200000">
              <a:off x="4907445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3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2BBAE00-6269-0ADD-9007-BB48E6736CE0}"/>
                </a:ext>
              </a:extLst>
            </p:cNvPr>
            <p:cNvSpPr/>
            <p:nvPr/>
          </p:nvSpPr>
          <p:spPr>
            <a:xfrm rot="16200000">
              <a:off x="5112469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2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82993A2-083F-9276-8861-86729D26E4BB}"/>
                </a:ext>
              </a:extLst>
            </p:cNvPr>
            <p:cNvSpPr/>
            <p:nvPr/>
          </p:nvSpPr>
          <p:spPr>
            <a:xfrm rot="16200000">
              <a:off x="5317493" y="2372919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1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71F5A77-E46F-4C6D-9B00-8BF6B0AFD53E}"/>
                </a:ext>
              </a:extLst>
            </p:cNvPr>
            <p:cNvSpPr/>
            <p:nvPr/>
          </p:nvSpPr>
          <p:spPr>
            <a:xfrm rot="16200000">
              <a:off x="5522520" y="2372918"/>
              <a:ext cx="415771" cy="1873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Bit 0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F6C7132-6D8F-EB0F-9CF3-BBF60A295498}"/>
              </a:ext>
            </a:extLst>
          </p:cNvPr>
          <p:cNvGrpSpPr/>
          <p:nvPr/>
        </p:nvGrpSpPr>
        <p:grpSpPr>
          <a:xfrm>
            <a:off x="2864362" y="1225692"/>
            <a:ext cx="1832619" cy="415770"/>
            <a:chOff x="4201546" y="2733405"/>
            <a:chExt cx="1832619" cy="415770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A1D48720-A445-279B-4C31-D8DA4CACB0ED}"/>
                </a:ext>
              </a:extLst>
            </p:cNvPr>
            <p:cNvGrpSpPr/>
            <p:nvPr/>
          </p:nvGrpSpPr>
          <p:grpSpPr>
            <a:xfrm>
              <a:off x="4201546" y="2733405"/>
              <a:ext cx="1625048" cy="415770"/>
              <a:chOff x="4201546" y="2733405"/>
              <a:chExt cx="1625048" cy="415770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90F423CA-3E9E-B6B3-3671-80D4915D03DD}"/>
                  </a:ext>
                </a:extLst>
              </p:cNvPr>
              <p:cNvSpPr/>
              <p:nvPr/>
            </p:nvSpPr>
            <p:spPr>
              <a:xfrm>
                <a:off x="4201546" y="2733405"/>
                <a:ext cx="1417521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Byte#0</a:t>
                </a:r>
              </a:p>
              <a:p>
                <a:pPr algn="ctr"/>
                <a:r>
                  <a:rPr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Slave Device Address</a:t>
                </a:r>
              </a:p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 [bits]</a:t>
                </a: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CFCB557-992D-0D33-5992-2457B3690145}"/>
                  </a:ext>
                </a:extLst>
              </p:cNvPr>
              <p:cNvSpPr/>
              <p:nvPr/>
            </p:nvSpPr>
            <p:spPr>
              <a:xfrm rot="16200000">
                <a:off x="5525021" y="2847602"/>
                <a:ext cx="415769" cy="1873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W(0)</a:t>
                </a:r>
                <a:endPara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F8DEFD3-711F-0F99-3ECB-7FC064F9F582}"/>
                </a:ext>
              </a:extLst>
            </p:cNvPr>
            <p:cNvSpPr/>
            <p:nvPr/>
          </p:nvSpPr>
          <p:spPr>
            <a:xfrm rot="16200000">
              <a:off x="5732592" y="2847602"/>
              <a:ext cx="415769" cy="1873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ACK</a:t>
              </a:r>
              <a:endParaRPr kumimoji="1" lang="ja-JP" altLang="en-US" sz="8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DF4BEE5-AE75-A8C7-563D-652FFB6D25D1}"/>
              </a:ext>
            </a:extLst>
          </p:cNvPr>
          <p:cNvSpPr/>
          <p:nvPr/>
        </p:nvSpPr>
        <p:spPr>
          <a:xfrm>
            <a:off x="4742800" y="1225692"/>
            <a:ext cx="1622548" cy="4157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Byte#1/Data#0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A25600-9934-52FE-0A7F-01BF5C0EBBBD}"/>
              </a:ext>
            </a:extLst>
          </p:cNvPr>
          <p:cNvSpPr txBox="1"/>
          <p:nvPr/>
        </p:nvSpPr>
        <p:spPr>
          <a:xfrm>
            <a:off x="841776" y="1859736"/>
            <a:ext cx="1622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vd_g_GpI2cMaIRQTRx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六角形 41">
            <a:extLst>
              <a:ext uri="{FF2B5EF4-FFF2-40B4-BE49-F238E27FC236}">
                <a16:creationId xmlns:a16="http://schemas.microsoft.com/office/drawing/2014/main" id="{D170C702-B31D-192B-65FA-9CA657197DF8}"/>
              </a:ext>
            </a:extLst>
          </p:cNvPr>
          <p:cNvSpPr/>
          <p:nvPr/>
        </p:nvSpPr>
        <p:spPr>
          <a:xfrm>
            <a:off x="2168434" y="2155277"/>
            <a:ext cx="660341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六角形 43">
            <a:extLst>
              <a:ext uri="{FF2B5EF4-FFF2-40B4-BE49-F238E27FC236}">
                <a16:creationId xmlns:a16="http://schemas.microsoft.com/office/drawing/2014/main" id="{90B90637-6835-F0DB-0D3E-A6B01F0BC726}"/>
              </a:ext>
            </a:extLst>
          </p:cNvPr>
          <p:cNvSpPr/>
          <p:nvPr/>
        </p:nvSpPr>
        <p:spPr>
          <a:xfrm>
            <a:off x="2828776" y="2155277"/>
            <a:ext cx="4016162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六角形 44">
            <a:extLst>
              <a:ext uri="{FF2B5EF4-FFF2-40B4-BE49-F238E27FC236}">
                <a16:creationId xmlns:a16="http://schemas.microsoft.com/office/drawing/2014/main" id="{CEF2372A-BF9B-A6BB-E424-DA136E99C85C}"/>
              </a:ext>
            </a:extLst>
          </p:cNvPr>
          <p:cNvSpPr/>
          <p:nvPr/>
        </p:nvSpPr>
        <p:spPr>
          <a:xfrm>
            <a:off x="6844938" y="2155277"/>
            <a:ext cx="4740415" cy="209006"/>
          </a:xfrm>
          <a:prstGeom prst="hexagon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WEN</a:t>
            </a:r>
            <a:endParaRPr kumimoji="1" lang="ja-JP" altLang="en-US" sz="1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六角形 47">
            <a:extLst>
              <a:ext uri="{FF2B5EF4-FFF2-40B4-BE49-F238E27FC236}">
                <a16:creationId xmlns:a16="http://schemas.microsoft.com/office/drawing/2014/main" id="{9E682539-310D-2251-6B4E-54A9EE12F87C}"/>
              </a:ext>
            </a:extLst>
          </p:cNvPr>
          <p:cNvSpPr/>
          <p:nvPr/>
        </p:nvSpPr>
        <p:spPr>
          <a:xfrm>
            <a:off x="1455839" y="2155277"/>
            <a:ext cx="712594" cy="209006"/>
          </a:xfrm>
          <a:prstGeom prst="hexagon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</a:t>
            </a:r>
            <a:endParaRPr kumimoji="1" lang="ja-JP" altLang="en-US" sz="1000" dirty="0">
              <a:solidFill>
                <a:schemeClr val="bg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30F8A8C-2349-EDC3-7826-EDBF7616B827}"/>
              </a:ext>
            </a:extLst>
          </p:cNvPr>
          <p:cNvCxnSpPr>
            <a:cxnSpLocks/>
          </p:cNvCxnSpPr>
          <p:nvPr/>
        </p:nvCxnSpPr>
        <p:spPr>
          <a:xfrm>
            <a:off x="853439" y="2554382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355F07C-BEFD-7BE1-15F9-D18F0C524639}"/>
              </a:ext>
            </a:extLst>
          </p:cNvPr>
          <p:cNvSpPr txBox="1"/>
          <p:nvPr/>
        </p:nvSpPr>
        <p:spPr>
          <a:xfrm>
            <a:off x="2688201" y="1859736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●</a:t>
            </a:r>
            <a:endParaRPr lang="ja-JP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743E081-5757-1594-5A85-C28836DC4E20}"/>
              </a:ext>
            </a:extLst>
          </p:cNvPr>
          <p:cNvSpPr txBox="1"/>
          <p:nvPr/>
        </p:nvSpPr>
        <p:spPr>
          <a:xfrm>
            <a:off x="3101859" y="1859736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78113813-42D4-6F2C-8A98-AD914559F736}"/>
              </a:ext>
            </a:extLst>
          </p:cNvPr>
          <p:cNvSpPr txBox="1"/>
          <p:nvPr/>
        </p:nvSpPr>
        <p:spPr>
          <a:xfrm>
            <a:off x="4846716" y="1859736"/>
            <a:ext cx="290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■</a:t>
            </a:r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7B6B4B57-DCBB-35BD-23B9-7E8B3CB5554D}"/>
              </a:ext>
            </a:extLst>
          </p:cNvPr>
          <p:cNvGrpSpPr/>
          <p:nvPr/>
        </p:nvGrpSpPr>
        <p:grpSpPr>
          <a:xfrm>
            <a:off x="853439" y="3407196"/>
            <a:ext cx="10811663" cy="1328690"/>
            <a:chOff x="1177055" y="3772956"/>
            <a:chExt cx="10811663" cy="1328690"/>
          </a:xfrm>
        </p:grpSpPr>
        <p:sp>
          <p:nvSpPr>
            <p:cNvPr id="33" name="六角形 32">
              <a:extLst>
                <a:ext uri="{FF2B5EF4-FFF2-40B4-BE49-F238E27FC236}">
                  <a16:creationId xmlns:a16="http://schemas.microsoft.com/office/drawing/2014/main" id="{1685494D-430A-7F09-D367-6495CF0779CC}"/>
                </a:ext>
              </a:extLst>
            </p:cNvPr>
            <p:cNvSpPr/>
            <p:nvPr/>
          </p:nvSpPr>
          <p:spPr>
            <a:xfrm>
              <a:off x="2503713" y="4702541"/>
              <a:ext cx="648679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" name="六角形 33">
              <a:extLst>
                <a:ext uri="{FF2B5EF4-FFF2-40B4-BE49-F238E27FC236}">
                  <a16:creationId xmlns:a16="http://schemas.microsoft.com/office/drawing/2014/main" id="{ED7C3012-6B4E-4372-8ACB-1D70F2C1334D}"/>
                </a:ext>
              </a:extLst>
            </p:cNvPr>
            <p:cNvSpPr/>
            <p:nvPr/>
          </p:nvSpPr>
          <p:spPr>
            <a:xfrm>
              <a:off x="3152392" y="4702541"/>
              <a:ext cx="8756577" cy="209006"/>
            </a:xfrm>
            <a:prstGeom prst="hexagon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</a:t>
              </a:r>
              <a:endParaRPr kumimoji="1" lang="ja-JP" altLang="en-US" sz="10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六角形 36">
              <a:extLst>
                <a:ext uri="{FF2B5EF4-FFF2-40B4-BE49-F238E27FC236}">
                  <a16:creationId xmlns:a16="http://schemas.microsoft.com/office/drawing/2014/main" id="{B8E1CC1A-CE36-29EF-1F58-E193F9164CE8}"/>
                </a:ext>
              </a:extLst>
            </p:cNvPr>
            <p:cNvSpPr/>
            <p:nvPr/>
          </p:nvSpPr>
          <p:spPr>
            <a:xfrm>
              <a:off x="1791118" y="4702541"/>
              <a:ext cx="712594" cy="20900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REQ</a:t>
              </a:r>
              <a:endParaRPr kumimoji="1" lang="ja-JP" altLang="en-US" sz="10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B06667E-0992-EDA1-753E-E4913C013CBA}"/>
                </a:ext>
              </a:extLst>
            </p:cNvPr>
            <p:cNvSpPr/>
            <p:nvPr/>
          </p:nvSpPr>
          <p:spPr>
            <a:xfrm rot="16200000">
              <a:off x="2852249" y="3887152"/>
              <a:ext cx="415769" cy="187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</a:t>
              </a:r>
              <a:endParaRPr kumimoji="1" lang="ja-JP" altLang="en-US" sz="800" dirty="0">
                <a:solidFill>
                  <a:schemeClr val="bg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20237415-1686-7D36-4BDA-1C482DD4E0B9}"/>
                </a:ext>
              </a:extLst>
            </p:cNvPr>
            <p:cNvGrpSpPr/>
            <p:nvPr/>
          </p:nvGrpSpPr>
          <p:grpSpPr>
            <a:xfrm>
              <a:off x="3199641" y="3772956"/>
              <a:ext cx="1832619" cy="415770"/>
              <a:chOff x="4201546" y="2733405"/>
              <a:chExt cx="1832619" cy="415770"/>
            </a:xfrm>
          </p:grpSpPr>
          <p:grpSp>
            <p:nvGrpSpPr>
              <p:cNvPr id="81" name="グループ化 80">
                <a:extLst>
                  <a:ext uri="{FF2B5EF4-FFF2-40B4-BE49-F238E27FC236}">
                    <a16:creationId xmlns:a16="http://schemas.microsoft.com/office/drawing/2014/main" id="{0A9C48D9-24E6-E7CB-79ED-5BEDE91CAC7C}"/>
                  </a:ext>
                </a:extLst>
              </p:cNvPr>
              <p:cNvGrpSpPr/>
              <p:nvPr/>
            </p:nvGrpSpPr>
            <p:grpSpPr>
              <a:xfrm>
                <a:off x="4201546" y="2733405"/>
                <a:ext cx="1625048" cy="415770"/>
                <a:chOff x="4201546" y="2733405"/>
                <a:chExt cx="1625048" cy="415770"/>
              </a:xfrm>
            </p:grpSpPr>
            <p:sp>
              <p:nvSpPr>
                <p:cNvPr id="87" name="正方形/長方形 86">
                  <a:extLst>
                    <a:ext uri="{FF2B5EF4-FFF2-40B4-BE49-F238E27FC236}">
                      <a16:creationId xmlns:a16="http://schemas.microsoft.com/office/drawing/2014/main" id="{2718FFB8-1CEF-F520-987B-36454876C623}"/>
                    </a:ext>
                  </a:extLst>
                </p:cNvPr>
                <p:cNvSpPr/>
                <p:nvPr/>
              </p:nvSpPr>
              <p:spPr>
                <a:xfrm>
                  <a:off x="4201546" y="2733405"/>
                  <a:ext cx="1417521" cy="4157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Byte#0</a:t>
                  </a:r>
                </a:p>
                <a:p>
                  <a:pPr algn="ctr"/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Slave Device Address</a:t>
                  </a:r>
                </a:p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7 [bits]</a:t>
                  </a:r>
                </a:p>
              </p:txBody>
            </p:sp>
            <p:sp>
              <p:nvSpPr>
                <p:cNvPr id="88" name="正方形/長方形 87">
                  <a:extLst>
                    <a:ext uri="{FF2B5EF4-FFF2-40B4-BE49-F238E27FC236}">
                      <a16:creationId xmlns:a16="http://schemas.microsoft.com/office/drawing/2014/main" id="{59F84AED-89A7-0E29-AE76-4BBD28FEE72E}"/>
                    </a:ext>
                  </a:extLst>
                </p:cNvPr>
                <p:cNvSpPr/>
                <p:nvPr/>
              </p:nvSpPr>
              <p:spPr>
                <a:xfrm rot="16200000">
                  <a:off x="5525021" y="2847602"/>
                  <a:ext cx="415769" cy="1873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R</a:t>
                  </a:r>
                  <a:r>
                    <a:rPr lang="en-US" altLang="ja-JP" sz="800" dirty="0">
                      <a:solidFill>
                        <a:schemeClr val="tx1"/>
                      </a:solidFill>
                      <a:latin typeface="Tahoma" panose="020B0604030504040204" pitchFamily="34" charset="0"/>
                      <a:cs typeface="Tahoma" panose="020B0604030504040204" pitchFamily="34" charset="0"/>
                    </a:rPr>
                    <a:t>(1)</a:t>
                  </a:r>
                  <a:endParaRPr kumimoji="1" lang="ja-JP" altLang="en-US" sz="800" dirty="0">
                    <a:solidFill>
                      <a:schemeClr val="tx1"/>
                    </a:solidFill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22CE3EF3-C3EE-8CC4-63E1-3E1FAB4E7889}"/>
                  </a:ext>
                </a:extLst>
              </p:cNvPr>
              <p:cNvSpPr/>
              <p:nvPr/>
            </p:nvSpPr>
            <p:spPr>
              <a:xfrm rot="16200000">
                <a:off x="5732592" y="2847602"/>
                <a:ext cx="415769" cy="18737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ACK</a:t>
                </a:r>
                <a:endParaRPr kumimoji="1" lang="ja-JP" altLang="en-US" sz="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3CE4D14A-7046-E767-BFB7-BC150DCDAE82}"/>
                </a:ext>
              </a:extLst>
            </p:cNvPr>
            <p:cNvSpPr/>
            <p:nvPr/>
          </p:nvSpPr>
          <p:spPr>
            <a:xfrm>
              <a:off x="5078079" y="3772956"/>
              <a:ext cx="1622548" cy="4157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Byte#1/Data#0</a:t>
              </a:r>
            </a:p>
          </p:txBody>
        </p: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616D23BF-9A6D-BBE8-7CC4-EBFDC5578072}"/>
                </a:ext>
              </a:extLst>
            </p:cNvPr>
            <p:cNvSpPr txBox="1"/>
            <p:nvPr/>
          </p:nvSpPr>
          <p:spPr>
            <a:xfrm>
              <a:off x="1177055" y="4407000"/>
              <a:ext cx="16225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vd_g_GpI2cMaIRQTRx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FBD2F840-5660-946C-DB5A-22A5A9195EBD}"/>
                </a:ext>
              </a:extLst>
            </p:cNvPr>
            <p:cNvSpPr txBox="1"/>
            <p:nvPr/>
          </p:nvSpPr>
          <p:spPr>
            <a:xfrm>
              <a:off x="3014771" y="4407000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●</a:t>
              </a:r>
              <a:endParaRPr lang="ja-JP" alt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7804DED2-9F4C-3579-BBFB-6E4F38660319}"/>
                </a:ext>
              </a:extLst>
            </p:cNvPr>
            <p:cNvSpPr txBox="1"/>
            <p:nvPr/>
          </p:nvSpPr>
          <p:spPr>
            <a:xfrm>
              <a:off x="4891470" y="4407000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ADC4EDDD-495D-4EB5-AAD8-3A471F394160}"/>
                </a:ext>
              </a:extLst>
            </p:cNvPr>
            <p:cNvSpPr txBox="1"/>
            <p:nvPr/>
          </p:nvSpPr>
          <p:spPr>
            <a:xfrm>
              <a:off x="6567872" y="4407000"/>
              <a:ext cx="29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▼</a:t>
              </a: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A5898C4E-B9CD-7DA5-5149-EFC7DAF7C629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18" y="4188725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B67CF4AF-A7F5-FCEA-3374-240229687EA1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18" y="5101646"/>
              <a:ext cx="10800000" cy="0"/>
            </a:xfrm>
            <a:prstGeom prst="line">
              <a:avLst/>
            </a:prstGeom>
            <a:ln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21B0CBAB-A1CF-47D0-23DB-B7DA7D8A198B}"/>
              </a:ext>
            </a:extLst>
          </p:cNvPr>
          <p:cNvCxnSpPr>
            <a:cxnSpLocks/>
          </p:cNvCxnSpPr>
          <p:nvPr/>
        </p:nvCxnSpPr>
        <p:spPr>
          <a:xfrm>
            <a:off x="4713109" y="4058756"/>
            <a:ext cx="0" cy="1157780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979E1645-171D-8C52-DB98-9827485857F9}"/>
              </a:ext>
            </a:extLst>
          </p:cNvPr>
          <p:cNvGrpSpPr/>
          <p:nvPr/>
        </p:nvGrpSpPr>
        <p:grpSpPr>
          <a:xfrm>
            <a:off x="2168433" y="2012599"/>
            <a:ext cx="1074019" cy="3203937"/>
            <a:chOff x="2168433" y="2012600"/>
            <a:chExt cx="1074019" cy="2533274"/>
          </a:xfrm>
        </p:grpSpPr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394BFE1D-AFC3-55F0-C3B0-8A12A323EB6E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>
              <a:off x="2168433" y="2259780"/>
              <a:ext cx="0" cy="2286094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0177D911-8DA7-ADEA-8C0A-4767E174E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8777" y="2012600"/>
              <a:ext cx="4462" cy="2533274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6115DF7B-6FFF-2E3D-B05C-C78AD3077272}"/>
                </a:ext>
              </a:extLst>
            </p:cNvPr>
            <p:cNvCxnSpPr>
              <a:cxnSpLocks/>
            </p:cNvCxnSpPr>
            <p:nvPr/>
          </p:nvCxnSpPr>
          <p:spPr>
            <a:xfrm>
              <a:off x="3242452" y="2012600"/>
              <a:ext cx="0" cy="866866"/>
            </a:xfrm>
            <a:prstGeom prst="line">
              <a:avLst/>
            </a:prstGeom>
            <a:ln>
              <a:solidFill>
                <a:schemeClr val="bg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FDAA02DD-0519-9212-61B0-032DCED77CE2}"/>
              </a:ext>
            </a:extLst>
          </p:cNvPr>
          <p:cNvCxnSpPr>
            <a:cxnSpLocks/>
          </p:cNvCxnSpPr>
          <p:nvPr/>
        </p:nvCxnSpPr>
        <p:spPr>
          <a:xfrm>
            <a:off x="6393910" y="4058756"/>
            <a:ext cx="0" cy="1157780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10EA79F9-A4B6-F0AE-5EEF-F3059EFD4181}"/>
              </a:ext>
            </a:extLst>
          </p:cNvPr>
          <p:cNvCxnSpPr>
            <a:cxnSpLocks/>
          </p:cNvCxnSpPr>
          <p:nvPr/>
        </p:nvCxnSpPr>
        <p:spPr>
          <a:xfrm>
            <a:off x="4988521" y="2012599"/>
            <a:ext cx="0" cy="1096361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CC787CA1-2AFB-DE35-F3AD-C683870155ED}"/>
              </a:ext>
            </a:extLst>
          </p:cNvPr>
          <p:cNvCxnSpPr/>
          <p:nvPr/>
        </p:nvCxnSpPr>
        <p:spPr>
          <a:xfrm>
            <a:off x="4988521" y="2934789"/>
            <a:ext cx="5635936" cy="0"/>
          </a:xfrm>
          <a:prstGeom prst="straightConnector1">
            <a:avLst/>
          </a:prstGeom>
          <a:ln w="22225">
            <a:solidFill>
              <a:schemeClr val="tx1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492D9826-9052-9100-4C7F-CE1CF9D0F258}"/>
              </a:ext>
            </a:extLst>
          </p:cNvPr>
          <p:cNvCxnSpPr>
            <a:cxnSpLocks/>
          </p:cNvCxnSpPr>
          <p:nvPr/>
        </p:nvCxnSpPr>
        <p:spPr>
          <a:xfrm>
            <a:off x="6402619" y="5119373"/>
            <a:ext cx="4211682" cy="0"/>
          </a:xfrm>
          <a:prstGeom prst="straightConnector1">
            <a:avLst/>
          </a:prstGeom>
          <a:ln w="22225">
            <a:solidFill>
              <a:schemeClr val="tx1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21C08FAE-0D8E-EFC4-62FA-1835E349E42C}"/>
              </a:ext>
            </a:extLst>
          </p:cNvPr>
          <p:cNvSpPr/>
          <p:nvPr/>
        </p:nvSpPr>
        <p:spPr>
          <a:xfrm>
            <a:off x="7829904" y="1297578"/>
            <a:ext cx="340436" cy="3918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B8EC57FA-CA8E-CF13-195A-F128C6917848}"/>
              </a:ext>
            </a:extLst>
          </p:cNvPr>
          <p:cNvCxnSpPr>
            <a:cxnSpLocks/>
          </p:cNvCxnSpPr>
          <p:nvPr/>
        </p:nvCxnSpPr>
        <p:spPr>
          <a:xfrm>
            <a:off x="10614301" y="2795451"/>
            <a:ext cx="0" cy="2629482"/>
          </a:xfrm>
          <a:prstGeom prst="line">
            <a:avLst/>
          </a:prstGeom>
          <a:ln>
            <a:solidFill>
              <a:schemeClr val="bg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53FB39BF-A7C4-FC50-9425-C4435727B499}"/>
              </a:ext>
            </a:extLst>
          </p:cNvPr>
          <p:cNvSpPr txBox="1"/>
          <p:nvPr/>
        </p:nvSpPr>
        <p:spPr>
          <a:xfrm>
            <a:off x="2284693" y="5424061"/>
            <a:ext cx="4293640" cy="8799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st_gp_gpi2c_ma_ctrl[</a:t>
            </a:r>
            <a:r>
              <a:rPr lang="en-US" altLang="ja-JP" sz="10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].u2_frt=u2_g_GpI2CMaFrt()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通信制御割り込み発生＆エラー未検出の場合、割り込み発生時間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/timestamp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として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Free-run Timer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Counter Capture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065C1C85-1DD7-4655-DAB0-4976D619B2DC}"/>
              </a:ext>
            </a:extLst>
          </p:cNvPr>
          <p:cNvSpPr txBox="1"/>
          <p:nvPr/>
        </p:nvSpPr>
        <p:spPr>
          <a:xfrm>
            <a:off x="7611292" y="2688923"/>
            <a:ext cx="30338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sz="1000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通信制御・割り込み発生からの経過時間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35228F42-A635-5F88-45DF-6BC9966D8F70}"/>
              </a:ext>
            </a:extLst>
          </p:cNvPr>
          <p:cNvSpPr txBox="1"/>
          <p:nvPr/>
        </p:nvSpPr>
        <p:spPr>
          <a:xfrm>
            <a:off x="7602583" y="4870519"/>
            <a:ext cx="30338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I2C</a:t>
            </a:r>
            <a:r>
              <a:rPr lang="ja-JP" altLang="en-US" sz="1000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通信制御・割り込み発生からの経過時間</a:t>
            </a:r>
          </a:p>
        </p:txBody>
      </p: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368A371C-D870-69A1-7121-2779859C317B}"/>
              </a:ext>
            </a:extLst>
          </p:cNvPr>
          <p:cNvCxnSpPr>
            <a:cxnSpLocks/>
          </p:cNvCxnSpPr>
          <p:nvPr/>
        </p:nvCxnSpPr>
        <p:spPr>
          <a:xfrm flipV="1">
            <a:off x="2818543" y="5216536"/>
            <a:ext cx="0" cy="208397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A0ADDF8C-C0FC-04F6-23C3-8C1B7EA68DFF}"/>
              </a:ext>
            </a:extLst>
          </p:cNvPr>
          <p:cNvCxnSpPr>
            <a:cxnSpLocks/>
          </p:cNvCxnSpPr>
          <p:nvPr/>
        </p:nvCxnSpPr>
        <p:spPr>
          <a:xfrm flipV="1">
            <a:off x="3242452" y="3169920"/>
            <a:ext cx="0" cy="2255013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2C192966-C43D-82CC-82F7-A899B64330E5}"/>
              </a:ext>
            </a:extLst>
          </p:cNvPr>
          <p:cNvCxnSpPr>
            <a:cxnSpLocks/>
          </p:cNvCxnSpPr>
          <p:nvPr/>
        </p:nvCxnSpPr>
        <p:spPr>
          <a:xfrm flipV="1">
            <a:off x="4984476" y="3137863"/>
            <a:ext cx="0" cy="2255013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2C2D35AA-064E-5C7A-8A20-C840D34DE6A3}"/>
              </a:ext>
            </a:extLst>
          </p:cNvPr>
          <p:cNvCxnSpPr>
            <a:cxnSpLocks/>
          </p:cNvCxnSpPr>
          <p:nvPr/>
        </p:nvCxnSpPr>
        <p:spPr>
          <a:xfrm flipV="1">
            <a:off x="4708644" y="5216536"/>
            <a:ext cx="0" cy="208397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C2EA5890-BC55-E1EE-9237-75924CA1E8AC}"/>
              </a:ext>
            </a:extLst>
          </p:cNvPr>
          <p:cNvCxnSpPr>
            <a:cxnSpLocks/>
            <a:stCxn id="143" idx="1"/>
          </p:cNvCxnSpPr>
          <p:nvPr/>
        </p:nvCxnSpPr>
        <p:spPr>
          <a:xfrm rot="10800000">
            <a:off x="2168433" y="5216545"/>
            <a:ext cx="116260" cy="647509"/>
          </a:xfrm>
          <a:prstGeom prst="bentConnector2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F7864BE3-48A6-FF1E-75B8-801D085D573D}"/>
              </a:ext>
            </a:extLst>
          </p:cNvPr>
          <p:cNvCxnSpPr>
            <a:cxnSpLocks/>
          </p:cNvCxnSpPr>
          <p:nvPr/>
        </p:nvCxnSpPr>
        <p:spPr>
          <a:xfrm flipV="1">
            <a:off x="6390956" y="5216536"/>
            <a:ext cx="0" cy="208397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5A955117-6CA1-01F2-7F8E-BAC9512DBF08}"/>
              </a:ext>
            </a:extLst>
          </p:cNvPr>
          <p:cNvSpPr txBox="1"/>
          <p:nvPr/>
        </p:nvSpPr>
        <p:spPr>
          <a:xfrm>
            <a:off x="6694594" y="5424062"/>
            <a:ext cx="5027714" cy="86177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vd_g_GpI2cMaMainTask</a:t>
            </a:r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実行時に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割り込み発生時間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/timestamp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を利用して割り込み発生からの経過時間を算出。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 </a:t>
            </a:r>
            <a:r>
              <a:rPr kumimoji="1"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割り込み発生からの経過時間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&gt;= </a:t>
            </a:r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st_gp_GP_I2C_MA_CH[</a:t>
            </a:r>
            <a:r>
              <a:rPr kumimoji="1" lang="en-US" altLang="ja-JP" sz="10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].u2_fr_tout</a:t>
            </a:r>
          </a:p>
          <a:p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 で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Bus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Deadlock</a:t>
            </a: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を検出。リカバリ処置を実行。</a:t>
            </a:r>
            <a:endParaRPr lang="en-US" altLang="ja-JP" sz="10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0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リカバリ処置については</a:t>
            </a:r>
            <a:r>
              <a:rPr lang="en-US" altLang="ja-JP" sz="1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Web</a:t>
            </a:r>
            <a:r>
              <a:rPr lang="ja-JP" altLang="en-US" sz="1000" b="0" i="0" dirty="0">
                <a:effectLst/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  <a:hlinkClick r:id="rId2"/>
              </a:rPr>
              <a:t>記事 </a:t>
            </a:r>
            <a:r>
              <a:rPr lang="en-US" altLang="ja-JP" sz="10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: I2C</a:t>
            </a:r>
            <a:r>
              <a:rPr lang="ja-JP" altLang="en-US" sz="1000" b="0" i="0" dirty="0">
                <a:effectLst/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  <a:hlinkClick r:id="rId2"/>
              </a:rPr>
              <a:t>で復帰不能になる場合の対策</a:t>
            </a:r>
            <a:r>
              <a:rPr lang="ja-JP" altLang="en-US" sz="1000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参照</a:t>
            </a:r>
            <a:endParaRPr lang="ja-JP" altLang="en-US" sz="1000" b="0" i="0" dirty="0">
              <a:effectLst/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8FE2CB24-B67E-5A54-69FB-1E78682F367A}"/>
              </a:ext>
            </a:extLst>
          </p:cNvPr>
          <p:cNvCxnSpPr>
            <a:cxnSpLocks/>
          </p:cNvCxnSpPr>
          <p:nvPr/>
        </p:nvCxnSpPr>
        <p:spPr>
          <a:xfrm flipV="1">
            <a:off x="10614301" y="5216536"/>
            <a:ext cx="0" cy="208397"/>
          </a:xfrm>
          <a:prstGeom prst="line">
            <a:avLst/>
          </a:prstGeom>
          <a:ln>
            <a:solidFill>
              <a:schemeClr val="bg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9E6B99B-0427-F465-4BFA-7DAF17669FCB}"/>
              </a:ext>
            </a:extLst>
          </p:cNvPr>
          <p:cNvCxnSpPr>
            <a:cxnSpLocks/>
          </p:cNvCxnSpPr>
          <p:nvPr/>
        </p:nvCxnSpPr>
        <p:spPr>
          <a:xfrm>
            <a:off x="853439" y="1641461"/>
            <a:ext cx="10800000" cy="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321D92D-90AD-BD5F-AF8A-B856867C8CE9}"/>
              </a:ext>
            </a:extLst>
          </p:cNvPr>
          <p:cNvGrpSpPr/>
          <p:nvPr/>
        </p:nvGrpSpPr>
        <p:grpSpPr>
          <a:xfrm>
            <a:off x="1063731" y="770916"/>
            <a:ext cx="660024" cy="670778"/>
            <a:chOff x="9316778" y="536265"/>
            <a:chExt cx="660024" cy="67077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C138909-8A63-858B-AB85-E07A1612812A}"/>
                </a:ext>
              </a:extLst>
            </p:cNvPr>
            <p:cNvSpPr/>
            <p:nvPr/>
          </p:nvSpPr>
          <p:spPr>
            <a:xfrm rot="16200000">
              <a:off x="9132797" y="721178"/>
              <a:ext cx="669846" cy="301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Master</a:t>
              </a:r>
              <a:r>
                <a:rPr kumimoji="1" lang="ja-JP" altLang="en-US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D39F7570-134E-EEB8-D665-CFB8931DC79E}"/>
                </a:ext>
              </a:extLst>
            </p:cNvPr>
            <p:cNvSpPr/>
            <p:nvPr/>
          </p:nvSpPr>
          <p:spPr>
            <a:xfrm rot="16200000">
              <a:off x="9490938" y="720246"/>
              <a:ext cx="669846" cy="3018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Slave</a:t>
              </a:r>
              <a:r>
                <a:rPr kumimoji="1" lang="ja-JP" altLang="en-US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en-US" altLang="ja-JP" sz="800" dirty="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Tx</a:t>
              </a:r>
              <a:endParaRPr kumimoji="1" lang="ja-JP" altLang="en-US" sz="800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390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GpI2C PDU </a:t>
            </a:r>
            <a:r>
              <a:rPr lang="en-US" altLang="ja-JP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Req. and Ack. Lost Detection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8" name="グループ化 127">
            <a:extLst>
              <a:ext uri="{FF2B5EF4-FFF2-40B4-BE49-F238E27FC236}">
                <a16:creationId xmlns:a16="http://schemas.microsoft.com/office/drawing/2014/main" id="{CD497C10-D7FC-318F-2E5A-EAFE0D257B9A}"/>
              </a:ext>
            </a:extLst>
          </p:cNvPr>
          <p:cNvGrpSpPr/>
          <p:nvPr/>
        </p:nvGrpSpPr>
        <p:grpSpPr>
          <a:xfrm>
            <a:off x="6096000" y="1093700"/>
            <a:ext cx="5060822" cy="4956330"/>
            <a:chOff x="541474" y="941550"/>
            <a:chExt cx="5060822" cy="4956330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2A6DCCB9-FA0B-849D-9BFD-161DC880A90E}"/>
                </a:ext>
              </a:extLst>
            </p:cNvPr>
            <p:cNvGrpSpPr/>
            <p:nvPr/>
          </p:nvGrpSpPr>
          <p:grpSpPr>
            <a:xfrm>
              <a:off x="541474" y="941550"/>
              <a:ext cx="1120140" cy="4953000"/>
              <a:chOff x="1043940" y="944880"/>
              <a:chExt cx="1120140" cy="4953000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0122FC48-A9CC-EAE2-3B22-71088C809325}"/>
                  </a:ext>
                </a:extLst>
              </p:cNvPr>
              <p:cNvSpPr/>
              <p:nvPr/>
            </p:nvSpPr>
            <p:spPr>
              <a:xfrm>
                <a:off x="1043940" y="944880"/>
                <a:ext cx="1120140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System/</a:t>
                </a:r>
              </a:p>
              <a:p>
                <a:pPr algn="ctr"/>
                <a:r>
                  <a:rPr lang="en-US" altLang="ja-JP" sz="1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AUTOSAR-OS</a:t>
                </a:r>
                <a:endParaRPr kumimoji="1" lang="ja-JP" altLang="en-US" sz="10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4" name="直線コネクタ 3">
                <a:extLst>
                  <a:ext uri="{FF2B5EF4-FFF2-40B4-BE49-F238E27FC236}">
                    <a16:creationId xmlns:a16="http://schemas.microsoft.com/office/drawing/2014/main" id="{8403997B-8CBB-0F67-7528-F0E2B5791420}"/>
                  </a:ext>
                </a:extLst>
              </p:cNvPr>
              <p:cNvCxnSpPr>
                <a:cxnSpLocks/>
                <a:stCxn id="3" idx="2"/>
              </p:cNvCxnSpPr>
              <p:nvPr/>
            </p:nvCxnSpPr>
            <p:spPr>
              <a:xfrm>
                <a:off x="1604010" y="1360650"/>
                <a:ext cx="0" cy="453723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173599D-4D56-CD36-310C-D4190A993AA7}"/>
                </a:ext>
              </a:extLst>
            </p:cNvPr>
            <p:cNvGrpSpPr/>
            <p:nvPr/>
          </p:nvGrpSpPr>
          <p:grpSpPr>
            <a:xfrm>
              <a:off x="2511815" y="941550"/>
              <a:ext cx="1120140" cy="4956330"/>
              <a:chOff x="2788920" y="941550"/>
              <a:chExt cx="1120140" cy="4956330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A21033C-BAA2-579A-9691-EB39E83D6D18}"/>
                  </a:ext>
                </a:extLst>
              </p:cNvPr>
              <p:cNvSpPr/>
              <p:nvPr/>
            </p:nvSpPr>
            <p:spPr>
              <a:xfrm>
                <a:off x="2788920" y="941550"/>
                <a:ext cx="1120140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Application</a:t>
                </a:r>
                <a:endParaRPr kumimoji="1" lang="ja-JP" altLang="en-US" sz="10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9DE98727-70B3-D646-2C8C-2198458B3555}"/>
                  </a:ext>
                </a:extLst>
              </p:cNvPr>
              <p:cNvCxnSpPr>
                <a:cxnSpLocks/>
                <a:stCxn id="6" idx="2"/>
              </p:cNvCxnSpPr>
              <p:nvPr/>
            </p:nvCxnSpPr>
            <p:spPr>
              <a:xfrm>
                <a:off x="3348990" y="1357320"/>
                <a:ext cx="0" cy="454056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F337602-143A-D3ED-6C65-6878E2F8B7D5}"/>
                </a:ext>
              </a:extLst>
            </p:cNvPr>
            <p:cNvGrpSpPr/>
            <p:nvPr/>
          </p:nvGrpSpPr>
          <p:grpSpPr>
            <a:xfrm>
              <a:off x="4482156" y="941550"/>
              <a:ext cx="1120140" cy="4956330"/>
              <a:chOff x="4533900" y="941550"/>
              <a:chExt cx="1120140" cy="4956330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9BE00C4-0092-719D-0B9B-AF200177CB2F}"/>
                  </a:ext>
                </a:extLst>
              </p:cNvPr>
              <p:cNvSpPr/>
              <p:nvPr/>
            </p:nvSpPr>
            <p:spPr>
              <a:xfrm>
                <a:off x="4533900" y="941550"/>
                <a:ext cx="1120140" cy="415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GpI2c</a:t>
                </a:r>
                <a:endParaRPr kumimoji="1" lang="ja-JP" altLang="en-US" sz="1000" dirty="0">
                  <a:solidFill>
                    <a:schemeClr val="tx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EEBA3B84-1EC8-F2DA-5487-53EFF7CCE864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>
                <a:off x="5093970" y="1357320"/>
                <a:ext cx="0" cy="454056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F4183065-8B4B-EF80-5336-E2A7D32FE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01544" y="1828800"/>
              <a:ext cx="3795378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8968D5A1-C528-093F-1DB6-FF56D107D371}"/>
                </a:ext>
              </a:extLst>
            </p:cNvPr>
            <p:cNvCxnSpPr>
              <a:cxnSpLocks/>
            </p:cNvCxnSpPr>
            <p:nvPr/>
          </p:nvCxnSpPr>
          <p:spPr>
            <a:xfrm>
              <a:off x="1101544" y="2345619"/>
              <a:ext cx="1838802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B1B9AED2-8273-6ECA-9A4F-83BAD91AC12B}"/>
                </a:ext>
              </a:extLst>
            </p:cNvPr>
            <p:cNvSpPr txBox="1"/>
            <p:nvPr/>
          </p:nvSpPr>
          <p:spPr>
            <a:xfrm>
              <a:off x="1324909" y="2119322"/>
              <a:ext cx="15854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kumimoji="1" lang="en-US" altLang="ja-JP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vd_g</a:t>
              </a:r>
              <a:r>
                <a:rPr kumimoji="1" lang="en-US" altLang="ja-JP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_[App]</a:t>
              </a:r>
              <a:r>
                <a:rPr kumimoji="1" lang="en-US" altLang="ja-JP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MainTask</a:t>
              </a:r>
              <a:endParaRPr lang="ja-JP" altLang="en-US" sz="900" dirty="0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635C8A17-3817-3E2B-4F1A-409240052FB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091" y="2461260"/>
              <a:ext cx="1852133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5BE3694-8604-4714-5A98-5734EA1D1BC8}"/>
                </a:ext>
              </a:extLst>
            </p:cNvPr>
            <p:cNvSpPr txBox="1"/>
            <p:nvPr/>
          </p:nvSpPr>
          <p:spPr>
            <a:xfrm>
              <a:off x="3336581" y="2254685"/>
              <a:ext cx="15854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kumimoji="1" lang="en-US" altLang="ja-JP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u1_g_GpI2cMaReqTRx</a:t>
              </a:r>
              <a:endParaRPr lang="ja-JP" altLang="en-US" sz="900" dirty="0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BFE7C26B-64B3-7F79-2CFD-E70C5A298B81}"/>
                </a:ext>
              </a:extLst>
            </p:cNvPr>
            <p:cNvCxnSpPr>
              <a:cxnSpLocks/>
            </p:cNvCxnSpPr>
            <p:nvPr/>
          </p:nvCxnSpPr>
          <p:spPr>
            <a:xfrm>
              <a:off x="3071551" y="2569084"/>
              <a:ext cx="1970673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26BC5CB7-275C-E6DA-5183-6F70E7E4C92E}"/>
                </a:ext>
              </a:extLst>
            </p:cNvPr>
            <p:cNvCxnSpPr>
              <a:cxnSpLocks/>
            </p:cNvCxnSpPr>
            <p:nvPr/>
          </p:nvCxnSpPr>
          <p:spPr>
            <a:xfrm>
              <a:off x="3190091" y="2513415"/>
              <a:ext cx="1852133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6BA068D-CD63-FAF7-6840-87B29B3CC6E0}"/>
                </a:ext>
              </a:extLst>
            </p:cNvPr>
            <p:cNvSpPr txBox="1"/>
            <p:nvPr/>
          </p:nvSpPr>
          <p:spPr>
            <a:xfrm>
              <a:off x="3336581" y="1603271"/>
              <a:ext cx="15854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kumimoji="1" lang="en-US" altLang="ja-JP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vd_g_GpI2cMaMainTask</a:t>
              </a:r>
              <a:endParaRPr lang="ja-JP" altLang="en-US" sz="900" dirty="0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73A37BE0-BA8B-09FC-1C15-3478C36133FA}"/>
                </a:ext>
              </a:extLst>
            </p:cNvPr>
            <p:cNvSpPr/>
            <p:nvPr/>
          </p:nvSpPr>
          <p:spPr>
            <a:xfrm>
              <a:off x="4911019" y="1828417"/>
              <a:ext cx="262411" cy="2863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35A1969C-4FE6-08EC-8450-71CE8A9D3F1A}"/>
                </a:ext>
              </a:extLst>
            </p:cNvPr>
            <p:cNvSpPr/>
            <p:nvPr/>
          </p:nvSpPr>
          <p:spPr>
            <a:xfrm>
              <a:off x="2940346" y="2351844"/>
              <a:ext cx="262411" cy="250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C48A8920-3602-E9B4-8CB1-7259D07CBF73}"/>
                </a:ext>
              </a:extLst>
            </p:cNvPr>
            <p:cNvGrpSpPr/>
            <p:nvPr/>
          </p:nvGrpSpPr>
          <p:grpSpPr>
            <a:xfrm>
              <a:off x="1101544" y="2973719"/>
              <a:ext cx="4078149" cy="1107373"/>
              <a:chOff x="1101544" y="2973719"/>
              <a:chExt cx="4078149" cy="1107373"/>
            </a:xfrm>
          </p:grpSpPr>
          <p:grpSp>
            <p:nvGrpSpPr>
              <p:cNvPr id="101" name="グループ化 100">
                <a:extLst>
                  <a:ext uri="{FF2B5EF4-FFF2-40B4-BE49-F238E27FC236}">
                    <a16:creationId xmlns:a16="http://schemas.microsoft.com/office/drawing/2014/main" id="{A4461234-87E5-E0BC-8FFB-57F67ADA2C7B}"/>
                  </a:ext>
                </a:extLst>
              </p:cNvPr>
              <p:cNvGrpSpPr/>
              <p:nvPr/>
            </p:nvGrpSpPr>
            <p:grpSpPr>
              <a:xfrm>
                <a:off x="1101544" y="2973719"/>
                <a:ext cx="4078149" cy="514539"/>
                <a:chOff x="1101544" y="2973719"/>
                <a:chExt cx="4078149" cy="514539"/>
              </a:xfrm>
            </p:grpSpPr>
            <p:cxnSp>
              <p:nvCxnSpPr>
                <p:cNvPr id="21" name="直線矢印コネクタ 20">
                  <a:extLst>
                    <a:ext uri="{FF2B5EF4-FFF2-40B4-BE49-F238E27FC236}">
                      <a16:creationId xmlns:a16="http://schemas.microsoft.com/office/drawing/2014/main" id="{DC1916B7-0B51-79D6-44BA-F26B2D3D2A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1544" y="3207914"/>
                  <a:ext cx="3815738" cy="0"/>
                </a:xfrm>
                <a:prstGeom prst="straightConnector1">
                  <a:avLst/>
                </a:prstGeom>
                <a:ln>
                  <a:solidFill>
                    <a:schemeClr val="bg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59C05449-D538-B556-D3CB-B68FFFB45000}"/>
                    </a:ext>
                  </a:extLst>
                </p:cNvPr>
                <p:cNvSpPr txBox="1"/>
                <p:nvPr/>
              </p:nvSpPr>
              <p:spPr>
                <a:xfrm>
                  <a:off x="3336581" y="2973719"/>
                  <a:ext cx="1585436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kumimoji="1" lang="en-US" altLang="ja-JP" sz="9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vd_g_GpI2cMaMainTask</a:t>
                  </a:r>
                  <a:endParaRPr lang="ja-JP" altLang="en-US" sz="900" dirty="0"/>
                </a:p>
              </p:txBody>
            </p:sp>
            <p:cxnSp>
              <p:nvCxnSpPr>
                <p:cNvPr id="67" name="直線矢印コネクタ 66">
                  <a:extLst>
                    <a:ext uri="{FF2B5EF4-FFF2-40B4-BE49-F238E27FC236}">
                      <a16:creationId xmlns:a16="http://schemas.microsoft.com/office/drawing/2014/main" id="{910E737D-A500-163C-3096-CAC3743537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71551" y="3463530"/>
                  <a:ext cx="1855663" cy="0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7332DA18-1E49-7848-9449-2056FFCDB4D8}"/>
                    </a:ext>
                  </a:extLst>
                </p:cNvPr>
                <p:cNvSpPr txBox="1"/>
                <p:nvPr/>
              </p:nvSpPr>
              <p:spPr>
                <a:xfrm>
                  <a:off x="2460695" y="3236726"/>
                  <a:ext cx="246132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kumimoji="1" lang="en-US" altLang="ja-JP" sz="900" dirty="0">
                      <a:solidFill>
                        <a:schemeClr val="bg1">
                          <a:lumMod val="75000"/>
                        </a:schemeClr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st_gp_GP_I2C_MA_SLA[].</a:t>
                  </a:r>
                  <a:r>
                    <a:rPr kumimoji="1" lang="en-US" altLang="ja-JP" sz="900" dirty="0" err="1">
                      <a:solidFill>
                        <a:schemeClr val="bg1">
                          <a:lumMod val="75000"/>
                        </a:schemeClr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fp_vd_ACK</a:t>
                  </a:r>
                  <a:endParaRPr lang="ja-JP" altLang="en-US" sz="9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80" name="正方形/長方形 79">
                  <a:extLst>
                    <a:ext uri="{FF2B5EF4-FFF2-40B4-BE49-F238E27FC236}">
                      <a16:creationId xmlns:a16="http://schemas.microsoft.com/office/drawing/2014/main" id="{90D9C948-9FAD-9FA6-BE70-9784361EA7BC}"/>
                    </a:ext>
                  </a:extLst>
                </p:cNvPr>
                <p:cNvSpPr/>
                <p:nvPr/>
              </p:nvSpPr>
              <p:spPr>
                <a:xfrm>
                  <a:off x="4917282" y="3201890"/>
                  <a:ext cx="262411" cy="2863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AFB82ADB-4432-DA74-0584-3CB30ABA4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544" y="3823899"/>
                <a:ext cx="1838802" cy="0"/>
              </a:xfrm>
              <a:prstGeom prst="straightConnector1">
                <a:avLst/>
              </a:prstGeom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ABF43BAA-45FB-63F5-0ED4-1D51A4A6B72B}"/>
                  </a:ext>
                </a:extLst>
              </p:cNvPr>
              <p:cNvSpPr txBox="1"/>
              <p:nvPr/>
            </p:nvSpPr>
            <p:spPr>
              <a:xfrm>
                <a:off x="1324909" y="3597602"/>
                <a:ext cx="158543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kumimoji="1" lang="en-US" altLang="ja-JP" sz="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</a:t>
                </a:r>
                <a:r>
                  <a:rPr kumimoji="1" lang="en-US" altLang="ja-JP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_[App]</a:t>
                </a:r>
                <a:r>
                  <a:rPr kumimoji="1" lang="en-US" altLang="ja-JP" sz="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MainTask</a:t>
                </a:r>
                <a:endParaRPr lang="ja-JP" altLang="en-US" sz="900" dirty="0"/>
              </a:p>
            </p:txBody>
          </p:sp>
          <p:sp>
            <p:nvSpPr>
              <p:cNvPr id="100" name="正方形/長方形 99">
                <a:extLst>
                  <a:ext uri="{FF2B5EF4-FFF2-40B4-BE49-F238E27FC236}">
                    <a16:creationId xmlns:a16="http://schemas.microsoft.com/office/drawing/2014/main" id="{BE1A29FB-130A-35C9-C504-638CDED361F5}"/>
                  </a:ext>
                </a:extLst>
              </p:cNvPr>
              <p:cNvSpPr/>
              <p:nvPr/>
            </p:nvSpPr>
            <p:spPr>
              <a:xfrm>
                <a:off x="2940346" y="3830124"/>
                <a:ext cx="262411" cy="2509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212579BD-9EE4-C826-680D-7294DFA37666}"/>
                </a:ext>
              </a:extLst>
            </p:cNvPr>
            <p:cNvGrpSpPr/>
            <p:nvPr/>
          </p:nvGrpSpPr>
          <p:grpSpPr>
            <a:xfrm>
              <a:off x="1109164" y="4398659"/>
              <a:ext cx="4078149" cy="1107373"/>
              <a:chOff x="1101544" y="2973719"/>
              <a:chExt cx="4078149" cy="1107373"/>
            </a:xfrm>
          </p:grpSpPr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D3D2577F-EE2E-319F-BE60-5AABFE7BDA23}"/>
                  </a:ext>
                </a:extLst>
              </p:cNvPr>
              <p:cNvGrpSpPr/>
              <p:nvPr/>
            </p:nvGrpSpPr>
            <p:grpSpPr>
              <a:xfrm>
                <a:off x="1101544" y="2973719"/>
                <a:ext cx="4078149" cy="514539"/>
                <a:chOff x="1101544" y="2973719"/>
                <a:chExt cx="4078149" cy="514539"/>
              </a:xfrm>
            </p:grpSpPr>
            <p:cxnSp>
              <p:nvCxnSpPr>
                <p:cNvPr id="114" name="直線矢印コネクタ 113">
                  <a:extLst>
                    <a:ext uri="{FF2B5EF4-FFF2-40B4-BE49-F238E27FC236}">
                      <a16:creationId xmlns:a16="http://schemas.microsoft.com/office/drawing/2014/main" id="{75170A4C-F573-3B4B-85B8-82B9279B2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1544" y="3207914"/>
                  <a:ext cx="3815738" cy="0"/>
                </a:xfrm>
                <a:prstGeom prst="straightConnector1">
                  <a:avLst/>
                </a:prstGeom>
                <a:ln>
                  <a:solidFill>
                    <a:schemeClr val="bg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テキスト ボックス 114">
                  <a:extLst>
                    <a:ext uri="{FF2B5EF4-FFF2-40B4-BE49-F238E27FC236}">
                      <a16:creationId xmlns:a16="http://schemas.microsoft.com/office/drawing/2014/main" id="{B9A12D8E-9A15-6620-880F-7853BA8A372D}"/>
                    </a:ext>
                  </a:extLst>
                </p:cNvPr>
                <p:cNvSpPr txBox="1"/>
                <p:nvPr/>
              </p:nvSpPr>
              <p:spPr>
                <a:xfrm>
                  <a:off x="3336581" y="2973719"/>
                  <a:ext cx="1585436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kumimoji="1" lang="en-US" altLang="ja-JP" sz="9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vd_g_GpI2cMaMainTask</a:t>
                  </a:r>
                  <a:endParaRPr lang="ja-JP" altLang="en-US" sz="900" dirty="0"/>
                </a:p>
              </p:txBody>
            </p:sp>
            <p:cxnSp>
              <p:nvCxnSpPr>
                <p:cNvPr id="116" name="直線矢印コネクタ 115">
                  <a:extLst>
                    <a:ext uri="{FF2B5EF4-FFF2-40B4-BE49-F238E27FC236}">
                      <a16:creationId xmlns:a16="http://schemas.microsoft.com/office/drawing/2014/main" id="{6327730D-3B61-F08C-243C-889BBC8FF5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71551" y="3463530"/>
                  <a:ext cx="1855663" cy="0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7" name="テキスト ボックス 116">
                  <a:extLst>
                    <a:ext uri="{FF2B5EF4-FFF2-40B4-BE49-F238E27FC236}">
                      <a16:creationId xmlns:a16="http://schemas.microsoft.com/office/drawing/2014/main" id="{38A1B116-B20E-0FD5-C761-0BC3FC2F3927}"/>
                    </a:ext>
                  </a:extLst>
                </p:cNvPr>
                <p:cNvSpPr txBox="1"/>
                <p:nvPr/>
              </p:nvSpPr>
              <p:spPr>
                <a:xfrm>
                  <a:off x="2460695" y="3236726"/>
                  <a:ext cx="246132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kumimoji="1" lang="en-US" altLang="ja-JP" sz="900" dirty="0">
                      <a:solidFill>
                        <a:schemeClr val="bg1">
                          <a:lumMod val="75000"/>
                        </a:schemeClr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st_gp_GP_I2C_MA_SLA[].</a:t>
                  </a:r>
                  <a:r>
                    <a:rPr kumimoji="1" lang="en-US" altLang="ja-JP" sz="900" dirty="0" err="1">
                      <a:solidFill>
                        <a:schemeClr val="bg1">
                          <a:lumMod val="75000"/>
                        </a:schemeClr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fp_vd_ACK</a:t>
                  </a:r>
                  <a:endParaRPr lang="ja-JP" altLang="en-US" sz="9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18" name="正方形/長方形 117">
                  <a:extLst>
                    <a:ext uri="{FF2B5EF4-FFF2-40B4-BE49-F238E27FC236}">
                      <a16:creationId xmlns:a16="http://schemas.microsoft.com/office/drawing/2014/main" id="{3804C37C-C13E-8B88-66BC-F8BF70ACB0C9}"/>
                    </a:ext>
                  </a:extLst>
                </p:cNvPr>
                <p:cNvSpPr/>
                <p:nvPr/>
              </p:nvSpPr>
              <p:spPr>
                <a:xfrm>
                  <a:off x="4917282" y="3201890"/>
                  <a:ext cx="262411" cy="2863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cxnSp>
            <p:nvCxnSpPr>
              <p:cNvPr id="111" name="直線矢印コネクタ 110">
                <a:extLst>
                  <a:ext uri="{FF2B5EF4-FFF2-40B4-BE49-F238E27FC236}">
                    <a16:creationId xmlns:a16="http://schemas.microsoft.com/office/drawing/2014/main" id="{F2209B24-A42D-F473-C9DB-88B181818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544" y="3823899"/>
                <a:ext cx="1838802" cy="0"/>
              </a:xfrm>
              <a:prstGeom prst="straightConnector1">
                <a:avLst/>
              </a:prstGeom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DC18E946-7F79-3CAC-75B6-1E8AD2826412}"/>
                  </a:ext>
                </a:extLst>
              </p:cNvPr>
              <p:cNvSpPr txBox="1"/>
              <p:nvPr/>
            </p:nvSpPr>
            <p:spPr>
              <a:xfrm>
                <a:off x="1324909" y="3597602"/>
                <a:ext cx="158543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kumimoji="1" lang="en-US" altLang="ja-JP" sz="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vd_g</a:t>
                </a:r>
                <a:r>
                  <a:rPr kumimoji="1" lang="en-US" altLang="ja-JP" sz="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_[App]</a:t>
                </a:r>
                <a:r>
                  <a:rPr kumimoji="1" lang="en-US" altLang="ja-JP" sz="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MainTask</a:t>
                </a:r>
                <a:endParaRPr lang="ja-JP" altLang="en-US" sz="900" dirty="0"/>
              </a:p>
            </p:txBody>
          </p:sp>
          <p:sp>
            <p:nvSpPr>
              <p:cNvPr id="113" name="正方形/長方形 112">
                <a:extLst>
                  <a:ext uri="{FF2B5EF4-FFF2-40B4-BE49-F238E27FC236}">
                    <a16:creationId xmlns:a16="http://schemas.microsoft.com/office/drawing/2014/main" id="{D6E45722-B8D9-2B3C-F66E-74A5E3CC3CEE}"/>
                  </a:ext>
                </a:extLst>
              </p:cNvPr>
              <p:cNvSpPr/>
              <p:nvPr/>
            </p:nvSpPr>
            <p:spPr>
              <a:xfrm>
                <a:off x="2940346" y="3830124"/>
                <a:ext cx="262411" cy="2509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0" name="直線矢印コネクタ 119">
              <a:extLst>
                <a:ext uri="{FF2B5EF4-FFF2-40B4-BE49-F238E27FC236}">
                  <a16:creationId xmlns:a16="http://schemas.microsoft.com/office/drawing/2014/main" id="{2AF741A9-8977-326F-6DDD-CAD6E4D39C5A}"/>
                </a:ext>
              </a:extLst>
            </p:cNvPr>
            <p:cNvCxnSpPr/>
            <p:nvPr/>
          </p:nvCxnSpPr>
          <p:spPr>
            <a:xfrm>
              <a:off x="998220" y="2345619"/>
              <a:ext cx="0" cy="2903220"/>
            </a:xfrm>
            <a:prstGeom prst="straightConnector1">
              <a:avLst/>
            </a:prstGeom>
            <a:ln>
              <a:solidFill>
                <a:schemeClr val="bg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D12BE771-1EE5-4576-1F89-9D0E3F21F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060" y="2345619"/>
              <a:ext cx="240484" cy="0"/>
            </a:xfrm>
            <a:prstGeom prst="line">
              <a:avLst/>
            </a:prstGeom>
            <a:ln>
              <a:solidFill>
                <a:schemeClr val="bg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97023F9E-059C-A055-FDE5-D986F1F48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060" y="5248839"/>
              <a:ext cx="240484" cy="0"/>
            </a:xfrm>
            <a:prstGeom prst="line">
              <a:avLst/>
            </a:prstGeom>
            <a:ln>
              <a:solidFill>
                <a:schemeClr val="bg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900BDB10-DDD3-25D7-F716-56E8BB9B336A}"/>
                </a:ext>
              </a:extLst>
            </p:cNvPr>
            <p:cNvSpPr txBox="1"/>
            <p:nvPr/>
          </p:nvSpPr>
          <p:spPr>
            <a:xfrm>
              <a:off x="3787954" y="3217548"/>
              <a:ext cx="415498" cy="330347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ja-JP" altLang="en-US" dirty="0">
                  <a:solidFill>
                    <a:schemeClr val="tx1"/>
                  </a:solidFill>
                </a:rPr>
                <a:t>✘</a:t>
              </a:r>
            </a:p>
          </p:txBody>
        </p:sp>
        <p:sp>
          <p:nvSpPr>
            <p:cNvPr id="127" name="テキスト ボックス 126">
              <a:extLst>
                <a:ext uri="{FF2B5EF4-FFF2-40B4-BE49-F238E27FC236}">
                  <a16:creationId xmlns:a16="http://schemas.microsoft.com/office/drawing/2014/main" id="{7732725B-8CAE-CA3D-7F82-AF8BE3627E17}"/>
                </a:ext>
              </a:extLst>
            </p:cNvPr>
            <p:cNvSpPr txBox="1"/>
            <p:nvPr/>
          </p:nvSpPr>
          <p:spPr>
            <a:xfrm>
              <a:off x="3787954" y="4636218"/>
              <a:ext cx="415498" cy="330347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ja-JP" altLang="en-US" dirty="0">
                  <a:solidFill>
                    <a:schemeClr val="tx1"/>
                  </a:solidFill>
                </a:rPr>
                <a:t>✘</a:t>
              </a:r>
            </a:p>
          </p:txBody>
        </p:sp>
      </p:grp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C4E44150-52B2-F67D-40BF-A323BF2B137B}"/>
              </a:ext>
            </a:extLst>
          </p:cNvPr>
          <p:cNvSpPr txBox="1"/>
          <p:nvPr/>
        </p:nvSpPr>
        <p:spPr>
          <a:xfrm rot="16200000">
            <a:off x="5689728" y="3796288"/>
            <a:ext cx="1474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PDU </a:t>
            </a:r>
            <a:r>
              <a:rPr lang="en-US" altLang="ja-JP" sz="1000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TRx</a:t>
            </a:r>
            <a:r>
              <a:rPr lang="en-US" altLang="ja-JP" sz="10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Ack. Timeout</a:t>
            </a:r>
            <a:endParaRPr lang="ja-JP" altLang="en-US" sz="1000" dirty="0">
              <a:solidFill>
                <a:schemeClr val="bg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7F6C4A9-B9F0-8A2C-D9C5-375E153977C5}"/>
              </a:ext>
            </a:extLst>
          </p:cNvPr>
          <p:cNvSpPr txBox="1"/>
          <p:nvPr/>
        </p:nvSpPr>
        <p:spPr>
          <a:xfrm>
            <a:off x="540763" y="1822273"/>
            <a:ext cx="5807033" cy="181094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下記条件が発生すると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Application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への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PDU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送受信完了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が実行されません。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>
              <a:lnSpc>
                <a:spcPct val="135000"/>
              </a:lnSpc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 PDU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送受信要求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FIFO/Queue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自体およびその制御変数・破壊検出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628650" lvl="1" indent="-1714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ST_GP_I2C_MA_REQ.u4_cbf:SlaveID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&gt;=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pl-PL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u1_g_GP_I2C_MA_NUM_SLA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171450" indent="-171450">
              <a:lnSpc>
                <a:spcPct val="135000"/>
              </a:lnSpc>
              <a:buFont typeface="Wingdings" panose="05000000000000000000" pitchFamily="2" charset="2"/>
              <a:buChar char="Ø"/>
            </a:pPr>
            <a:r>
              <a:rPr kumimoji="1" lang="pl-PL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u1_g_GpI2cMaCfgSlaActvtd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()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の戻り値≠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TRUE/Activated</a:t>
            </a:r>
          </a:p>
          <a:p>
            <a:pPr>
              <a:lnSpc>
                <a:spcPct val="135000"/>
              </a:lnSpc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>
              <a:lnSpc>
                <a:spcPct val="135000"/>
              </a:lnSpc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Application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側で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PDU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Ack.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Timeout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機能を搭載してください。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>
              <a:lnSpc>
                <a:spcPct val="135000"/>
              </a:lnSpc>
            </a:pP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u1_g_GpI2cMaReqTRx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後に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Ack.Timeout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を開始、</a:t>
            </a:r>
            <a:r>
              <a:rPr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Ack.Lost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検出してください。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85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Things To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電子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ソ技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製品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PF1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室 </a:t>
            </a:r>
            <a:r>
              <a:rPr lang="en-US" altLang="ja-JP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1/2</a:t>
            </a:r>
            <a:endParaRPr lang="ja-JP" altLang="en-US" dirty="0"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EA53F7-B358-CFD1-8578-8472565F0F96}"/>
              </a:ext>
            </a:extLst>
          </p:cNvPr>
          <p:cNvSpPr txBox="1"/>
          <p:nvPr/>
        </p:nvSpPr>
        <p:spPr>
          <a:xfrm>
            <a:off x="732332" y="845906"/>
            <a:ext cx="10727336" cy="438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]TI/INTRIIC[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]RI/INTRIIC[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]EE/INTRIIC[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ch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]TEI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4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つの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から実行するものの複数割り込み要求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/IR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Q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が同時発生した場合でも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実行は何れかの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IRQ/ISR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に対して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1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回のみ実行される前提、すなわち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内で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Pending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中の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IRQ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クリアを実行し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Pending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中の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IRQ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は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CPU/OS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で受理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実行されないことが期待動作と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なっている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。</a:t>
            </a:r>
            <a:r>
              <a:rPr kumimoji="1"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Aubist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/AUTOSAR-OS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を利用する場合は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ISR/Category2 or Category1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いずれかで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前述設計意図通りの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ISR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実行が可能であることを確認すること。</a:t>
            </a:r>
            <a:endParaRPr kumimoji="1"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各通信制御状態 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GP_I2C_SEQ_XXX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毎の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vd_g_GpI2cMaIRQTRx - Throughput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計測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gpi2c_ma_stm.xlsx Sheet “u4_g_GpI2cMaIfIRQst”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に定義してある各通信制御状態 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GP_I2C_SEQ_XXX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毎、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Controller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制御状態の実機動作・整合性確認。特に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Start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検出時の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NACKF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の値確認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Page20 : GpI2C PDU </a:t>
            </a:r>
            <a:r>
              <a:rPr lang="en-US" altLang="ja-JP" sz="1100" dirty="0" err="1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TRx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State Transition 5/12, 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データ送信中の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送信実行時・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SCL/SDA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波形確認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Frame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Timeout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検出時の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u1_g_GpI2cMaIfSynLost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・</a:t>
            </a:r>
            <a:r>
              <a:rPr kumimoji="1"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SCL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同期ロスト検出とリカバリ</a:t>
            </a:r>
            <a:r>
              <a:rPr kumimoji="1"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処置・効果確認</a:t>
            </a:r>
            <a:endParaRPr kumimoji="1"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824049-35A3-D5E2-90A9-8F4072F3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072" y="2525376"/>
            <a:ext cx="3625119" cy="20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9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Things To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 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電子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ソ技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製品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PF1</a:t>
            </a:r>
            <a:r>
              <a:rPr lang="ja-JP" altLang="en-US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室 </a:t>
            </a:r>
            <a:r>
              <a:rPr lang="en-US" altLang="ja-JP" dirty="0">
                <a:latin typeface="Tahoma" panose="020B0604030504040204" pitchFamily="34" charset="0"/>
                <a:ea typeface="HG丸ｺﾞｼｯｸM-PRO" panose="020F0600000000000000" pitchFamily="50" charset="-128"/>
                <a:cs typeface="Tahoma" panose="020B0604030504040204" pitchFamily="34" charset="0"/>
              </a:rPr>
              <a:t>2/2</a:t>
            </a:r>
            <a:endParaRPr lang="ja-JP" altLang="en-US" dirty="0">
              <a:latin typeface="Tahoma" panose="020B0604030504040204" pitchFamily="34" charset="0"/>
              <a:ea typeface="HG丸ｺﾞｼｯｸM-PRO" panose="020F0600000000000000" pitchFamily="50" charset="-128"/>
              <a:cs typeface="Tahoma" panose="020B060403050404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EA53F7-B358-CFD1-8578-8472565F0F96}"/>
              </a:ext>
            </a:extLst>
          </p:cNvPr>
          <p:cNvSpPr txBox="1"/>
          <p:nvPr/>
        </p:nvSpPr>
        <p:spPr>
          <a:xfrm>
            <a:off x="732332" y="845906"/>
            <a:ext cx="10727336" cy="184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の転送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Trigger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Interface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で変更・設定できるように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MCAL/DMA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の設計・実装変更を検討すること。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Read/Write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操作で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による送信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受信データの転送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Trigger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を切り替えする必要あり。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Read/Write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操作それぞれで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DMA 2Channel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を割り当てする設計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実装とするなら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GpI2C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の設計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/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実装を変更する必要あり。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RH850/U2A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内臓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Controller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“RIIC”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動作確認。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Read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Operation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終了時操作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:#1.Stop Condition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-&gt;#2. 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受信データ読み出し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I2C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通信波形計測にて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 Condition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発生を確認しておくこと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Stop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 </a:t>
            </a:r>
            <a:r>
              <a:rPr lang="en-US" altLang="ja-JP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Condition</a:t>
            </a:r>
            <a:r>
              <a:rPr lang="ja-JP" altLang="en-US" sz="1100" dirty="0">
                <a:latin typeface="Courier New" panose="02070309020205020404" pitchFamily="49" charset="0"/>
                <a:ea typeface="HG丸ｺﾞｼｯｸM-PRO" panose="020F0600000000000000" pitchFamily="50" charset="-128"/>
                <a:cs typeface="Courier New" panose="02070309020205020404" pitchFamily="49" charset="0"/>
              </a:rPr>
              <a:t>送信後の受信データ読み出しにて最後に受信したデータの取得が可能であることを確認すること。</a:t>
            </a: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ja-JP" sz="1100" dirty="0">
              <a:latin typeface="Courier New" panose="02070309020205020404" pitchFamily="49" charset="0"/>
              <a:ea typeface="HG丸ｺﾞｼｯｸM-PRO" panose="020F0600000000000000" pitchFamily="50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5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273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>
            <a:extLst>
              <a:ext uri="{FF2B5EF4-FFF2-40B4-BE49-F238E27FC236}">
                <a16:creationId xmlns:a16="http://schemas.microsoft.com/office/drawing/2014/main" id="{92BF612F-1950-5744-BC06-7093D1DE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Materials </a:t>
            </a:r>
            <a:endParaRPr lang="ja-JP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768CEDE-D27F-B526-27AE-39615868AE2F}"/>
              </a:ext>
            </a:extLst>
          </p:cNvPr>
          <p:cNvCxnSpPr>
            <a:cxnSpLocks/>
          </p:cNvCxnSpPr>
          <p:nvPr/>
        </p:nvCxnSpPr>
        <p:spPr>
          <a:xfrm>
            <a:off x="1715148" y="2526384"/>
            <a:ext cx="0" cy="189362"/>
          </a:xfrm>
          <a:prstGeom prst="line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円弧 6">
            <a:extLst>
              <a:ext uri="{FF2B5EF4-FFF2-40B4-BE49-F238E27FC236}">
                <a16:creationId xmlns:a16="http://schemas.microsoft.com/office/drawing/2014/main" id="{72917283-CF5F-536D-D23F-BB902BAE4A9B}"/>
              </a:ext>
            </a:extLst>
          </p:cNvPr>
          <p:cNvSpPr/>
          <p:nvPr/>
        </p:nvSpPr>
        <p:spPr>
          <a:xfrm>
            <a:off x="1240187" y="2715746"/>
            <a:ext cx="949922" cy="949922"/>
          </a:xfrm>
          <a:prstGeom prst="arc">
            <a:avLst>
              <a:gd name="adj1" fmla="val 10986235"/>
              <a:gd name="adj2" fmla="val 126364"/>
            </a:avLst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25E4F1D-A262-31B9-D6C8-C7C405BE2A42}"/>
              </a:ext>
            </a:extLst>
          </p:cNvPr>
          <p:cNvCxnSpPr>
            <a:cxnSpLocks/>
          </p:cNvCxnSpPr>
          <p:nvPr/>
        </p:nvCxnSpPr>
        <p:spPr>
          <a:xfrm>
            <a:off x="1715148" y="3502538"/>
            <a:ext cx="0" cy="180000"/>
          </a:xfrm>
          <a:prstGeom prst="line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5DA4CDD0-3ECC-3612-E6FB-536DE43ADDD1}"/>
              </a:ext>
            </a:extLst>
          </p:cNvPr>
          <p:cNvSpPr/>
          <p:nvPr/>
        </p:nvSpPr>
        <p:spPr>
          <a:xfrm flipH="1">
            <a:off x="1384698" y="2858245"/>
            <a:ext cx="660901" cy="6609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D23F520B-92D6-200F-E9C5-11B34A9A6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86" y="1667620"/>
            <a:ext cx="1000125" cy="1190625"/>
          </a:xfrm>
          <a:prstGeom prst="rect">
            <a:avLst/>
          </a:prstGeom>
        </p:spPr>
      </p:pic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387623D-1994-996E-8BA7-6594D3F970A8}"/>
              </a:ext>
            </a:extLst>
          </p:cNvPr>
          <p:cNvCxnSpPr>
            <a:cxnSpLocks/>
          </p:cNvCxnSpPr>
          <p:nvPr/>
        </p:nvCxnSpPr>
        <p:spPr>
          <a:xfrm>
            <a:off x="3014356" y="2543254"/>
            <a:ext cx="0" cy="189362"/>
          </a:xfrm>
          <a:prstGeom prst="line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円弧 32">
            <a:extLst>
              <a:ext uri="{FF2B5EF4-FFF2-40B4-BE49-F238E27FC236}">
                <a16:creationId xmlns:a16="http://schemas.microsoft.com/office/drawing/2014/main" id="{5041B521-9267-20D2-CE54-E92647F8B96B}"/>
              </a:ext>
            </a:extLst>
          </p:cNvPr>
          <p:cNvSpPr/>
          <p:nvPr/>
        </p:nvSpPr>
        <p:spPr>
          <a:xfrm>
            <a:off x="2539395" y="2732616"/>
            <a:ext cx="949922" cy="949922"/>
          </a:xfrm>
          <a:prstGeom prst="arc">
            <a:avLst>
              <a:gd name="adj1" fmla="val 10986235"/>
              <a:gd name="adj2" fmla="val 126364"/>
            </a:avLst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E8D2704D-6BCA-B7C7-6988-5E3B9273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417" y="1721824"/>
            <a:ext cx="1000125" cy="695325"/>
          </a:xfrm>
          <a:prstGeom prst="rect">
            <a:avLst/>
          </a:prstGeom>
        </p:spPr>
      </p:pic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75D751F-EA59-C74C-281B-727AA6EB30D1}"/>
              </a:ext>
            </a:extLst>
          </p:cNvPr>
          <p:cNvCxnSpPr>
            <a:cxnSpLocks/>
          </p:cNvCxnSpPr>
          <p:nvPr/>
        </p:nvCxnSpPr>
        <p:spPr>
          <a:xfrm>
            <a:off x="4180557" y="3545332"/>
            <a:ext cx="0" cy="180000"/>
          </a:xfrm>
          <a:prstGeom prst="line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ACE2D507-2410-6D7B-4267-30EAF2D745B8}"/>
              </a:ext>
            </a:extLst>
          </p:cNvPr>
          <p:cNvSpPr/>
          <p:nvPr/>
        </p:nvSpPr>
        <p:spPr>
          <a:xfrm flipH="1">
            <a:off x="3850107" y="2901039"/>
            <a:ext cx="660901" cy="6609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D1A0EE94-5B62-36FE-964B-A8522A1A5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102" y="1884891"/>
            <a:ext cx="666750" cy="847725"/>
          </a:xfrm>
          <a:prstGeom prst="rect">
            <a:avLst/>
          </a:prstGeom>
        </p:spPr>
      </p:pic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834C7BE1-0299-A1B8-8A9E-580B126A2710}"/>
              </a:ext>
            </a:extLst>
          </p:cNvPr>
          <p:cNvCxnSpPr/>
          <p:nvPr/>
        </p:nvCxnSpPr>
        <p:spPr>
          <a:xfrm>
            <a:off x="5364480" y="1188720"/>
            <a:ext cx="0" cy="4328160"/>
          </a:xfrm>
          <a:prstGeom prst="line">
            <a:avLst/>
          </a:prstGeom>
          <a:ln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DE8729A-8520-2B1E-DAC8-C6B9DF8D6DA2}"/>
              </a:ext>
            </a:extLst>
          </p:cNvPr>
          <p:cNvSpPr txBox="1"/>
          <p:nvPr/>
        </p:nvSpPr>
        <p:spPr>
          <a:xfrm>
            <a:off x="2045599" y="4130040"/>
            <a:ext cx="1370888" cy="33272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dirty="0">
                <a:solidFill>
                  <a:schemeClr val="tx1"/>
                </a:solidFill>
              </a:rPr>
              <a:t>Pptx Object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CFAC668-EB97-83CD-82D9-F1100940E9FA}"/>
              </a:ext>
            </a:extLst>
          </p:cNvPr>
          <p:cNvSpPr txBox="1"/>
          <p:nvPr/>
        </p:nvSpPr>
        <p:spPr>
          <a:xfrm>
            <a:off x="7577719" y="4296400"/>
            <a:ext cx="654346" cy="33272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dirty="0">
                <a:solidFill>
                  <a:schemeClr val="tx1"/>
                </a:solidFill>
              </a:rPr>
              <a:t>Picts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70314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レイアウトマスター">
  <a:themeElements>
    <a:clrScheme name="ユーザー定義 1">
      <a:dk1>
        <a:srgbClr val="323232"/>
      </a:dk1>
      <a:lt1>
        <a:sysClr val="window" lastClr="FFFFFF"/>
      </a:lt1>
      <a:dk2>
        <a:srgbClr val="B9D7EB"/>
      </a:dk2>
      <a:lt2>
        <a:srgbClr val="DC0032"/>
      </a:lt2>
      <a:accent1>
        <a:srgbClr val="A5A5A5"/>
      </a:accent1>
      <a:accent2>
        <a:srgbClr val="34B78F"/>
      </a:accent2>
      <a:accent3>
        <a:srgbClr val="8246AF"/>
      </a:accent3>
      <a:accent4>
        <a:srgbClr val="0092BD"/>
      </a:accent4>
      <a:accent5>
        <a:srgbClr val="FFBE00"/>
      </a:accent5>
      <a:accent6>
        <a:srgbClr val="E31C79"/>
      </a:accent6>
      <a:hlink>
        <a:srgbClr val="34B78F"/>
      </a:hlink>
      <a:folHlink>
        <a:srgbClr val="1E428A"/>
      </a:folHlink>
    </a:clrScheme>
    <a:fontScheme name="DENSO2020">
      <a:majorFont>
        <a:latin typeface="Yu Gothic UI Semibold"/>
        <a:ea typeface="Yu Gothic UI Semibold"/>
        <a:cs typeface="Times New Roman"/>
      </a:majorFont>
      <a:minorFont>
        <a:latin typeface="Yu Gothic UI"/>
        <a:ea typeface="Yu Gothic UI"/>
        <a:cs typeface="Times New Roman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0" bIns="0" rtlCol="0">
        <a:spAutoFit/>
      </a:bodyPr>
      <a:lstStyle>
        <a:defPPr>
          <a:lnSpc>
            <a:spcPct val="135000"/>
          </a:lnSpc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_9_関係者外秘.potx" id="{71018AC0-EF37-44ED-8051-5530B11ED65E}" vid="{307E37EB-DB11-4BB2-8CDB-6A0011F97F6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NSO2020">
      <a:majorFont>
        <a:latin typeface="Yu Gothic UI Semibold"/>
        <a:ea typeface="Yu Gothic UI Semibold"/>
        <a:cs typeface="Times New Roman"/>
      </a:majorFont>
      <a:minorFont>
        <a:latin typeface="Yu Gothic UI"/>
        <a:ea typeface="Yu Gothic UI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NSO2020">
      <a:majorFont>
        <a:latin typeface="Yu Gothic UI Semibold"/>
        <a:ea typeface="Yu Gothic UI Semibold"/>
        <a:cs typeface="Times New Roman"/>
      </a:majorFont>
      <a:minorFont>
        <a:latin typeface="Yu Gothic UI"/>
        <a:ea typeface="Yu Gothic UI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33B5354A9D1245BD1347B7FBF780D6" ma:contentTypeVersion="4" ma:contentTypeDescription="Create a new document." ma:contentTypeScope="" ma:versionID="70f518a87ab9d1546d8c1103147bab72">
  <xsd:schema xmlns:xsd="http://www.w3.org/2001/XMLSchema" xmlns:xs="http://www.w3.org/2001/XMLSchema" xmlns:p="http://schemas.microsoft.com/office/2006/metadata/properties" xmlns:ns2="aff4f66b-d6f4-4960-bef7-60e5849aee51" targetNamespace="http://schemas.microsoft.com/office/2006/metadata/properties" ma:root="true" ma:fieldsID="a4ec1e38bda1e53a29ae7fc64a02caa3" ns2:_="">
    <xsd:import namespace="aff4f66b-d6f4-4960-bef7-60e5849ae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f4f66b-d6f4-4960-bef7-60e5849aee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B97D88-6E93-46BF-B525-3859343D9470}">
  <ds:schemaRefs>
    <ds:schemaRef ds:uri="aff4f66b-d6f4-4960-bef7-60e5849aee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DF8CE03-F535-4171-A622-865018C442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16_9_関係者外秘</Template>
  <TotalTime>2679</TotalTime>
  <Words>7462</Words>
  <Application>Microsoft Office PowerPoint</Application>
  <PresentationFormat>ワイド画面</PresentationFormat>
  <Paragraphs>1366</Paragraphs>
  <Slides>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5" baseType="lpstr">
      <vt:lpstr>HG丸ｺﾞｼｯｸM-PRO</vt:lpstr>
      <vt:lpstr>Yu Gothic UI</vt:lpstr>
      <vt:lpstr>Yu Gothic UI Semibold</vt:lpstr>
      <vt:lpstr>Yu Gothic UI Semilight</vt:lpstr>
      <vt:lpstr>Arial</vt:lpstr>
      <vt:lpstr>Courier New</vt:lpstr>
      <vt:lpstr>Poppins</vt:lpstr>
      <vt:lpstr>Tahoma</vt:lpstr>
      <vt:lpstr>Wingdings</vt:lpstr>
      <vt:lpstr>標準レイアウトマスター</vt:lpstr>
      <vt:lpstr>PowerPoint プレゼンテーション</vt:lpstr>
      <vt:lpstr>I2C Communication Basics</vt:lpstr>
      <vt:lpstr>GpI2C Hardware Assumption</vt:lpstr>
      <vt:lpstr>GpI2C Design Overview</vt:lpstr>
      <vt:lpstr>GpI2C - System Integration/Interfaces</vt:lpstr>
      <vt:lpstr>GpI2C - Application Integration/Interfaces</vt:lpstr>
      <vt:lpstr>GpI2C - System Integration/Interfaces</vt:lpstr>
      <vt:lpstr>GpI2C - MCAL Interfaces 1/5</vt:lpstr>
      <vt:lpstr>GpI2C - MCAL Interfaces 2/5</vt:lpstr>
      <vt:lpstr>GpI2C - MCAL Interfaces 3/5</vt:lpstr>
      <vt:lpstr>GpI2C - MCAL Interfaces 4/5</vt:lpstr>
      <vt:lpstr>GpI2C - MCAL Interfaces 5/5</vt:lpstr>
      <vt:lpstr>GpI2C PDU TRx Request/Acknowledgement Sequence </vt:lpstr>
      <vt:lpstr>GpI2C PDU TRx Request/Acknowledgement 1/2 </vt:lpstr>
      <vt:lpstr>GpI2C PDU TRx Request/Acknowledgement 2/2 </vt:lpstr>
      <vt:lpstr>GpI2C Read/Write Byte Count Max/Limitation by Slave 1/2</vt:lpstr>
      <vt:lpstr>GpI2C Read/Write Byte Count Max/Limitation by Slave 2/2</vt:lpstr>
      <vt:lpstr>GpI2C PDU TRx State Transition 1/12</vt:lpstr>
      <vt:lpstr>GpI2C PDU TRx State Transition 2/12</vt:lpstr>
      <vt:lpstr>GpI2C PDU TRx State Transition 3/12</vt:lpstr>
      <vt:lpstr>GpI2C PDU TRx State Transition 4/12</vt:lpstr>
      <vt:lpstr>GpI2C PDU TRx State Transition 5/12</vt:lpstr>
      <vt:lpstr>GpI2C PDU TRx State Transition 6/12</vt:lpstr>
      <vt:lpstr>GpI2C PDU TRx State Transition 7/12</vt:lpstr>
      <vt:lpstr>GpI2C PDU TRx State Transition 8/12</vt:lpstr>
      <vt:lpstr>GpI2C PDU TRx State Transition 9/12</vt:lpstr>
      <vt:lpstr>GpI2C PDU TRx State Transition 10/12</vt:lpstr>
      <vt:lpstr>GpI2C PDU TRx State Transition 11/12</vt:lpstr>
      <vt:lpstr>GpI2C PDU TRx State Transition 12/12</vt:lpstr>
      <vt:lpstr>I2C Bus Deadlock Detection - Frame Timeout</vt:lpstr>
      <vt:lpstr>GpI2C PDU TRx Req. and Ack. Lost Detection</vt:lpstr>
      <vt:lpstr>Things To Do for 電子PFソ技/製品PF1室 1/2</vt:lpstr>
      <vt:lpstr>Things To Do for 電子PFソ技/製品PF1室 2/2</vt:lpstr>
      <vt:lpstr>PowerPoint プレゼンテーション</vt:lpstr>
      <vt:lpstr>Materials </vt:lpstr>
    </vt:vector>
  </TitlesOfParts>
  <Manager>広報・渉外部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Hiroki Ariga (有我 洋樹)</dc:creator>
  <cp:lastModifiedBy>Takashi Nagai (長井 隆)</cp:lastModifiedBy>
  <cp:revision>622</cp:revision>
  <dcterms:created xsi:type="dcterms:W3CDTF">2024-01-10T08:48:12Z</dcterms:created>
  <dcterms:modified xsi:type="dcterms:W3CDTF">2024-11-19T12:24:39Z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dd209e-37c4-4e15-ab1b-f9befe71def1_Enabled">
    <vt:lpwstr>true</vt:lpwstr>
  </property>
  <property fmtid="{D5CDD505-2E9C-101B-9397-08002B2CF9AE}" pid="3" name="MSIP_Label_6add209e-37c4-4e15-ab1b-f9befe71def1_SetDate">
    <vt:lpwstr>2024-01-10T08:48:12Z</vt:lpwstr>
  </property>
  <property fmtid="{D5CDD505-2E9C-101B-9397-08002B2CF9AE}" pid="4" name="MSIP_Label_6add209e-37c4-4e15-ab1b-f9befe71def1_Method">
    <vt:lpwstr>Standard</vt:lpwstr>
  </property>
  <property fmtid="{D5CDD505-2E9C-101B-9397-08002B2CF9AE}" pid="5" name="MSIP_Label_6add209e-37c4-4e15-ab1b-f9befe71def1_Name">
    <vt:lpwstr>G_MIP_Confidential_Exception</vt:lpwstr>
  </property>
  <property fmtid="{D5CDD505-2E9C-101B-9397-08002B2CF9AE}" pid="6" name="MSIP_Label_6add209e-37c4-4e15-ab1b-f9befe71def1_SiteId">
    <vt:lpwstr>69405920-b673-4f7c-8845-e124e9d08af2</vt:lpwstr>
  </property>
  <property fmtid="{D5CDD505-2E9C-101B-9397-08002B2CF9AE}" pid="7" name="MSIP_Label_6add209e-37c4-4e15-ab1b-f9befe71def1_ActionId">
    <vt:lpwstr>02c8828f-0390-4e68-9509-32b3a76e36ff</vt:lpwstr>
  </property>
  <property fmtid="{D5CDD505-2E9C-101B-9397-08002B2CF9AE}" pid="8" name="MSIP_Label_6add209e-37c4-4e15-ab1b-f9befe71def1_ContentBits">
    <vt:lpwstr>0</vt:lpwstr>
  </property>
</Properties>
</file>